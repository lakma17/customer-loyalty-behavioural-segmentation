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61" r:id="rId5"/>
    <p:sldId id="272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5" r:id="rId17"/>
    <p:sldId id="274" r:id="rId18"/>
    <p:sldId id="276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181" autoAdjust="0"/>
  </p:normalViewPr>
  <p:slideViewPr>
    <p:cSldViewPr snapToGrid="0">
      <p:cViewPr varScale="1">
        <p:scale>
          <a:sx n="57" d="100"/>
          <a:sy n="57" d="100"/>
        </p:scale>
        <p:origin x="10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ata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4.svg"/></Relationships>
</file>

<file path=ppt/diagrams/_rels/data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jp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4.svg"/></Relationships>
</file>

<file path=ppt/diagrams/_rels/drawing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662B8F-FFC5-4B5A-906B-BD8128BEE3F8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73DD2CC4-DBB6-4F25-A0EE-77E8C48B559E}">
      <dgm:prSet/>
      <dgm:spPr/>
      <dgm:t>
        <a:bodyPr/>
        <a:lstStyle/>
        <a:p>
          <a:r>
            <a:rPr lang="en-GB" dirty="0"/>
            <a:t>Dataset</a:t>
          </a:r>
        </a:p>
      </dgm:t>
    </dgm:pt>
    <dgm:pt modelId="{F43DCCA5-C88C-464B-9F77-4B3FBD29A9FA}" type="parTrans" cxnId="{E8670544-3EE5-4559-A6D1-40E3B6CE25A1}">
      <dgm:prSet/>
      <dgm:spPr/>
      <dgm:t>
        <a:bodyPr/>
        <a:lstStyle/>
        <a:p>
          <a:endParaRPr lang="en-GB"/>
        </a:p>
      </dgm:t>
    </dgm:pt>
    <dgm:pt modelId="{C7673F50-73E8-4B16-8421-8188CD04C254}" type="sibTrans" cxnId="{E8670544-3EE5-4559-A6D1-40E3B6CE25A1}">
      <dgm:prSet/>
      <dgm:spPr/>
      <dgm:t>
        <a:bodyPr/>
        <a:lstStyle/>
        <a:p>
          <a:endParaRPr lang="en-GB"/>
        </a:p>
      </dgm:t>
    </dgm:pt>
    <dgm:pt modelId="{E56295C0-98FD-469E-9C6C-E3AF05E45919}">
      <dgm:prSet/>
      <dgm:spPr/>
      <dgm:t>
        <a:bodyPr/>
        <a:lstStyle/>
        <a:p>
          <a:r>
            <a:rPr lang="en-GB" dirty="0"/>
            <a:t>Objective</a:t>
          </a:r>
        </a:p>
      </dgm:t>
    </dgm:pt>
    <dgm:pt modelId="{268D8808-0E40-4FE3-9B13-1597D0091C9D}" type="parTrans" cxnId="{07B0F7BF-38E2-4E4C-B615-30F933CDCA41}">
      <dgm:prSet/>
      <dgm:spPr/>
      <dgm:t>
        <a:bodyPr/>
        <a:lstStyle/>
        <a:p>
          <a:endParaRPr lang="en-GB"/>
        </a:p>
      </dgm:t>
    </dgm:pt>
    <dgm:pt modelId="{376C9B04-A332-42E0-ACE9-716FD91D1025}" type="sibTrans" cxnId="{07B0F7BF-38E2-4E4C-B615-30F933CDCA41}">
      <dgm:prSet/>
      <dgm:spPr/>
      <dgm:t>
        <a:bodyPr/>
        <a:lstStyle/>
        <a:p>
          <a:endParaRPr lang="en-GB"/>
        </a:p>
      </dgm:t>
    </dgm:pt>
    <dgm:pt modelId="{2AD4AE4B-ADA3-436B-85B0-3F49A0ED7CFE}">
      <dgm:prSet/>
      <dgm:spPr/>
      <dgm:t>
        <a:bodyPr/>
        <a:lstStyle/>
        <a:p>
          <a:r>
            <a:rPr lang="en-GB" dirty="0"/>
            <a:t>Methods</a:t>
          </a:r>
        </a:p>
      </dgm:t>
    </dgm:pt>
    <dgm:pt modelId="{69AD66D0-AFD3-43BE-A1D8-980BFEF5E0F9}" type="parTrans" cxnId="{4EDCAC7D-22A9-4BBE-AE08-F240071AEE4D}">
      <dgm:prSet/>
      <dgm:spPr/>
      <dgm:t>
        <a:bodyPr/>
        <a:lstStyle/>
        <a:p>
          <a:endParaRPr lang="en-GB"/>
        </a:p>
      </dgm:t>
    </dgm:pt>
    <dgm:pt modelId="{1A94DCEA-C5F8-492C-8A28-D1CC8FDB0EB4}" type="sibTrans" cxnId="{4EDCAC7D-22A9-4BBE-AE08-F240071AEE4D}">
      <dgm:prSet/>
      <dgm:spPr/>
      <dgm:t>
        <a:bodyPr/>
        <a:lstStyle/>
        <a:p>
          <a:endParaRPr lang="en-GB"/>
        </a:p>
      </dgm:t>
    </dgm:pt>
    <dgm:pt modelId="{74D02DC6-12BB-4F2C-BD5B-BAE85C7A5ECB}">
      <dgm:prSet/>
      <dgm:spPr/>
      <dgm:t>
        <a:bodyPr/>
        <a:lstStyle/>
        <a:p>
          <a:r>
            <a:rPr lang="en-GB" dirty="0"/>
            <a:t>Customer behaviour (gaming/platform users) </a:t>
          </a:r>
        </a:p>
      </dgm:t>
    </dgm:pt>
    <dgm:pt modelId="{DB0E6DD7-3BDD-4AE5-B99B-03C9BF981558}" type="parTrans" cxnId="{9E72BAA3-95B4-41DC-A5AB-0B5EC9F05B3F}">
      <dgm:prSet/>
      <dgm:spPr/>
      <dgm:t>
        <a:bodyPr/>
        <a:lstStyle/>
        <a:p>
          <a:endParaRPr lang="en-GB"/>
        </a:p>
      </dgm:t>
    </dgm:pt>
    <dgm:pt modelId="{13B507D0-41AA-4D58-AC1E-A73DEF5601DC}" type="sibTrans" cxnId="{9E72BAA3-95B4-41DC-A5AB-0B5EC9F05B3F}">
      <dgm:prSet/>
      <dgm:spPr/>
      <dgm:t>
        <a:bodyPr/>
        <a:lstStyle/>
        <a:p>
          <a:endParaRPr lang="en-GB"/>
        </a:p>
      </dgm:t>
    </dgm:pt>
    <dgm:pt modelId="{4BA6BB0F-ADA4-43CB-8B38-3C8B83B28566}">
      <dgm:prSet/>
      <dgm:spPr/>
      <dgm:t>
        <a:bodyPr/>
        <a:lstStyle/>
        <a:p>
          <a:r>
            <a:rPr lang="en-GB" dirty="0"/>
            <a:t> Understand drivers of loyalty points and segment customers </a:t>
          </a:r>
        </a:p>
      </dgm:t>
    </dgm:pt>
    <dgm:pt modelId="{5E90EEDC-68AB-4191-B988-0FBD4829E62E}" type="parTrans" cxnId="{FFB74CBC-D7BF-489B-906D-75B867C6F33B}">
      <dgm:prSet/>
      <dgm:spPr/>
      <dgm:t>
        <a:bodyPr/>
        <a:lstStyle/>
        <a:p>
          <a:endParaRPr lang="en-GB"/>
        </a:p>
      </dgm:t>
    </dgm:pt>
    <dgm:pt modelId="{5936B17B-8AD4-42A9-8368-04650A630928}" type="sibTrans" cxnId="{FFB74CBC-D7BF-489B-906D-75B867C6F33B}">
      <dgm:prSet/>
      <dgm:spPr/>
      <dgm:t>
        <a:bodyPr/>
        <a:lstStyle/>
        <a:p>
          <a:endParaRPr lang="en-GB"/>
        </a:p>
      </dgm:t>
    </dgm:pt>
    <dgm:pt modelId="{CD6C24BE-6E6C-4A03-B0B3-D2A3E906100A}">
      <dgm:prSet/>
      <dgm:spPr/>
      <dgm:t>
        <a:bodyPr/>
        <a:lstStyle/>
        <a:p>
          <a:r>
            <a:rPr lang="en-GB" dirty="0"/>
            <a:t>Correlation Analysis, Regression, Decision Tree, K-Means clustering </a:t>
          </a:r>
        </a:p>
      </dgm:t>
    </dgm:pt>
    <dgm:pt modelId="{828FD717-7745-4A07-8174-2FF804876DCF}" type="parTrans" cxnId="{34A8C075-6144-4DB0-860F-5ACDFF1DC8B0}">
      <dgm:prSet/>
      <dgm:spPr/>
      <dgm:t>
        <a:bodyPr/>
        <a:lstStyle/>
        <a:p>
          <a:endParaRPr lang="en-GB"/>
        </a:p>
      </dgm:t>
    </dgm:pt>
    <dgm:pt modelId="{A02A529E-361B-4D38-B29C-9E9767EDD0FD}" type="sibTrans" cxnId="{34A8C075-6144-4DB0-860F-5ACDFF1DC8B0}">
      <dgm:prSet/>
      <dgm:spPr/>
      <dgm:t>
        <a:bodyPr/>
        <a:lstStyle/>
        <a:p>
          <a:endParaRPr lang="en-GB"/>
        </a:p>
      </dgm:t>
    </dgm:pt>
    <dgm:pt modelId="{195A4DBA-E886-469B-B33C-DBFB2B1119AB}" type="pres">
      <dgm:prSet presAssocID="{80662B8F-FFC5-4B5A-906B-BD8128BEE3F8}" presName="Name0" presStyleCnt="0">
        <dgm:presLayoutVars>
          <dgm:dir/>
          <dgm:animLvl val="lvl"/>
          <dgm:resizeHandles val="exact"/>
        </dgm:presLayoutVars>
      </dgm:prSet>
      <dgm:spPr/>
    </dgm:pt>
    <dgm:pt modelId="{C52492F1-A511-4D2E-A305-8E3C23D3CCB2}" type="pres">
      <dgm:prSet presAssocID="{73DD2CC4-DBB6-4F25-A0EE-77E8C48B559E}" presName="composite" presStyleCnt="0"/>
      <dgm:spPr/>
    </dgm:pt>
    <dgm:pt modelId="{16FF9F4F-60E4-4680-B05A-25F4484C641D}" type="pres">
      <dgm:prSet presAssocID="{73DD2CC4-DBB6-4F25-A0EE-77E8C48B559E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A0C91B41-86D5-44D2-8A7D-9F362097501F}" type="pres">
      <dgm:prSet presAssocID="{73DD2CC4-DBB6-4F25-A0EE-77E8C48B559E}" presName="desTx" presStyleLbl="alignAccFollowNode1" presStyleIdx="0" presStyleCnt="3">
        <dgm:presLayoutVars>
          <dgm:bulletEnabled val="1"/>
        </dgm:presLayoutVars>
      </dgm:prSet>
      <dgm:spPr/>
    </dgm:pt>
    <dgm:pt modelId="{05E2DDFB-D4AF-41F5-984C-1D69A23C584A}" type="pres">
      <dgm:prSet presAssocID="{C7673F50-73E8-4B16-8421-8188CD04C254}" presName="space" presStyleCnt="0"/>
      <dgm:spPr/>
    </dgm:pt>
    <dgm:pt modelId="{79569984-2F15-464B-BA6A-CF94EBBF5C54}" type="pres">
      <dgm:prSet presAssocID="{E56295C0-98FD-469E-9C6C-E3AF05E45919}" presName="composite" presStyleCnt="0"/>
      <dgm:spPr/>
    </dgm:pt>
    <dgm:pt modelId="{F8053E84-81AF-4D0E-B4B5-5DCDD90000A1}" type="pres">
      <dgm:prSet presAssocID="{E56295C0-98FD-469E-9C6C-E3AF05E45919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ECCD27F-EFA8-46E4-896B-B23A4A5120E9}" type="pres">
      <dgm:prSet presAssocID="{E56295C0-98FD-469E-9C6C-E3AF05E45919}" presName="desTx" presStyleLbl="alignAccFollowNode1" presStyleIdx="1" presStyleCnt="3">
        <dgm:presLayoutVars>
          <dgm:bulletEnabled val="1"/>
        </dgm:presLayoutVars>
      </dgm:prSet>
      <dgm:spPr/>
    </dgm:pt>
    <dgm:pt modelId="{672C7B39-8D5E-4547-ABBB-3BA052E5F11E}" type="pres">
      <dgm:prSet presAssocID="{376C9B04-A332-42E0-ACE9-716FD91D1025}" presName="space" presStyleCnt="0"/>
      <dgm:spPr/>
    </dgm:pt>
    <dgm:pt modelId="{0A429E7B-7504-47FD-8522-886F58378D49}" type="pres">
      <dgm:prSet presAssocID="{2AD4AE4B-ADA3-436B-85B0-3F49A0ED7CFE}" presName="composite" presStyleCnt="0"/>
      <dgm:spPr/>
    </dgm:pt>
    <dgm:pt modelId="{3A3D4B29-F5AB-44D8-B5DD-E4B29D954C00}" type="pres">
      <dgm:prSet presAssocID="{2AD4AE4B-ADA3-436B-85B0-3F49A0ED7CFE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4A4D63F1-2F5F-44F9-BC46-AFDBE03015A8}" type="pres">
      <dgm:prSet presAssocID="{2AD4AE4B-ADA3-436B-85B0-3F49A0ED7CFE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4AAD9427-E997-4B19-BA7A-87DD7A876263}" type="presOf" srcId="{80662B8F-FFC5-4B5A-906B-BD8128BEE3F8}" destId="{195A4DBA-E886-469B-B33C-DBFB2B1119AB}" srcOrd="0" destOrd="0" presId="urn:microsoft.com/office/officeart/2005/8/layout/hList1"/>
    <dgm:cxn modelId="{F21A3932-18D7-4518-93F4-BA43F480E419}" type="presOf" srcId="{73DD2CC4-DBB6-4F25-A0EE-77E8C48B559E}" destId="{16FF9F4F-60E4-4680-B05A-25F4484C641D}" srcOrd="0" destOrd="0" presId="urn:microsoft.com/office/officeart/2005/8/layout/hList1"/>
    <dgm:cxn modelId="{E8670544-3EE5-4559-A6D1-40E3B6CE25A1}" srcId="{80662B8F-FFC5-4B5A-906B-BD8128BEE3F8}" destId="{73DD2CC4-DBB6-4F25-A0EE-77E8C48B559E}" srcOrd="0" destOrd="0" parTransId="{F43DCCA5-C88C-464B-9F77-4B3FBD29A9FA}" sibTransId="{C7673F50-73E8-4B16-8421-8188CD04C254}"/>
    <dgm:cxn modelId="{34A8C075-6144-4DB0-860F-5ACDFF1DC8B0}" srcId="{2AD4AE4B-ADA3-436B-85B0-3F49A0ED7CFE}" destId="{CD6C24BE-6E6C-4A03-B0B3-D2A3E906100A}" srcOrd="0" destOrd="0" parTransId="{828FD717-7745-4A07-8174-2FF804876DCF}" sibTransId="{A02A529E-361B-4D38-B29C-9E9767EDD0FD}"/>
    <dgm:cxn modelId="{4EDCAC7D-22A9-4BBE-AE08-F240071AEE4D}" srcId="{80662B8F-FFC5-4B5A-906B-BD8128BEE3F8}" destId="{2AD4AE4B-ADA3-436B-85B0-3F49A0ED7CFE}" srcOrd="2" destOrd="0" parTransId="{69AD66D0-AFD3-43BE-A1D8-980BFEF5E0F9}" sibTransId="{1A94DCEA-C5F8-492C-8A28-D1CC8FDB0EB4}"/>
    <dgm:cxn modelId="{5880A68A-6748-48CE-A632-8694F45F0124}" type="presOf" srcId="{E56295C0-98FD-469E-9C6C-E3AF05E45919}" destId="{F8053E84-81AF-4D0E-B4B5-5DCDD90000A1}" srcOrd="0" destOrd="0" presId="urn:microsoft.com/office/officeart/2005/8/layout/hList1"/>
    <dgm:cxn modelId="{3F0A229D-117A-4F3D-A389-C2E3792C4383}" type="presOf" srcId="{4BA6BB0F-ADA4-43CB-8B38-3C8B83B28566}" destId="{DECCD27F-EFA8-46E4-896B-B23A4A5120E9}" srcOrd="0" destOrd="0" presId="urn:microsoft.com/office/officeart/2005/8/layout/hList1"/>
    <dgm:cxn modelId="{CDB8B0A0-FBAF-4E63-8017-A2A6EE56C638}" type="presOf" srcId="{CD6C24BE-6E6C-4A03-B0B3-D2A3E906100A}" destId="{4A4D63F1-2F5F-44F9-BC46-AFDBE03015A8}" srcOrd="0" destOrd="0" presId="urn:microsoft.com/office/officeart/2005/8/layout/hList1"/>
    <dgm:cxn modelId="{9E72BAA3-95B4-41DC-A5AB-0B5EC9F05B3F}" srcId="{73DD2CC4-DBB6-4F25-A0EE-77E8C48B559E}" destId="{74D02DC6-12BB-4F2C-BD5B-BAE85C7A5ECB}" srcOrd="0" destOrd="0" parTransId="{DB0E6DD7-3BDD-4AE5-B99B-03C9BF981558}" sibTransId="{13B507D0-41AA-4D58-AC1E-A73DEF5601DC}"/>
    <dgm:cxn modelId="{9CF1D7B7-EF54-43F7-A220-61362E29C321}" type="presOf" srcId="{74D02DC6-12BB-4F2C-BD5B-BAE85C7A5ECB}" destId="{A0C91B41-86D5-44D2-8A7D-9F362097501F}" srcOrd="0" destOrd="0" presId="urn:microsoft.com/office/officeart/2005/8/layout/hList1"/>
    <dgm:cxn modelId="{FFB74CBC-D7BF-489B-906D-75B867C6F33B}" srcId="{E56295C0-98FD-469E-9C6C-E3AF05E45919}" destId="{4BA6BB0F-ADA4-43CB-8B38-3C8B83B28566}" srcOrd="0" destOrd="0" parTransId="{5E90EEDC-68AB-4191-B988-0FBD4829E62E}" sibTransId="{5936B17B-8AD4-42A9-8368-04650A630928}"/>
    <dgm:cxn modelId="{CBD70EBD-ED54-4001-81A6-9E37C4FCC4B1}" type="presOf" srcId="{2AD4AE4B-ADA3-436B-85B0-3F49A0ED7CFE}" destId="{3A3D4B29-F5AB-44D8-B5DD-E4B29D954C00}" srcOrd="0" destOrd="0" presId="urn:microsoft.com/office/officeart/2005/8/layout/hList1"/>
    <dgm:cxn modelId="{07B0F7BF-38E2-4E4C-B615-30F933CDCA41}" srcId="{80662B8F-FFC5-4B5A-906B-BD8128BEE3F8}" destId="{E56295C0-98FD-469E-9C6C-E3AF05E45919}" srcOrd="1" destOrd="0" parTransId="{268D8808-0E40-4FE3-9B13-1597D0091C9D}" sibTransId="{376C9B04-A332-42E0-ACE9-716FD91D1025}"/>
    <dgm:cxn modelId="{2DBD9697-008B-432D-9217-65855ECC38C0}" type="presParOf" srcId="{195A4DBA-E886-469B-B33C-DBFB2B1119AB}" destId="{C52492F1-A511-4D2E-A305-8E3C23D3CCB2}" srcOrd="0" destOrd="0" presId="urn:microsoft.com/office/officeart/2005/8/layout/hList1"/>
    <dgm:cxn modelId="{28C586B8-1015-46E0-AE05-660521B21137}" type="presParOf" srcId="{C52492F1-A511-4D2E-A305-8E3C23D3CCB2}" destId="{16FF9F4F-60E4-4680-B05A-25F4484C641D}" srcOrd="0" destOrd="0" presId="urn:microsoft.com/office/officeart/2005/8/layout/hList1"/>
    <dgm:cxn modelId="{B3E7FFE4-7181-4211-B0DE-1DA66CC15E37}" type="presParOf" srcId="{C52492F1-A511-4D2E-A305-8E3C23D3CCB2}" destId="{A0C91B41-86D5-44D2-8A7D-9F362097501F}" srcOrd="1" destOrd="0" presId="urn:microsoft.com/office/officeart/2005/8/layout/hList1"/>
    <dgm:cxn modelId="{E44EFE50-C7C3-4F71-8B1A-9F4C728DBF87}" type="presParOf" srcId="{195A4DBA-E886-469B-B33C-DBFB2B1119AB}" destId="{05E2DDFB-D4AF-41F5-984C-1D69A23C584A}" srcOrd="1" destOrd="0" presId="urn:microsoft.com/office/officeart/2005/8/layout/hList1"/>
    <dgm:cxn modelId="{2A90974A-81EC-4710-BFA7-6F506C8A3A09}" type="presParOf" srcId="{195A4DBA-E886-469B-B33C-DBFB2B1119AB}" destId="{79569984-2F15-464B-BA6A-CF94EBBF5C54}" srcOrd="2" destOrd="0" presId="urn:microsoft.com/office/officeart/2005/8/layout/hList1"/>
    <dgm:cxn modelId="{21B33669-3130-404D-9B65-08A607F0713F}" type="presParOf" srcId="{79569984-2F15-464B-BA6A-CF94EBBF5C54}" destId="{F8053E84-81AF-4D0E-B4B5-5DCDD90000A1}" srcOrd="0" destOrd="0" presId="urn:microsoft.com/office/officeart/2005/8/layout/hList1"/>
    <dgm:cxn modelId="{46F961C5-434A-4813-9AAF-67371AA00790}" type="presParOf" srcId="{79569984-2F15-464B-BA6A-CF94EBBF5C54}" destId="{DECCD27F-EFA8-46E4-896B-B23A4A5120E9}" srcOrd="1" destOrd="0" presId="urn:microsoft.com/office/officeart/2005/8/layout/hList1"/>
    <dgm:cxn modelId="{6048A91E-5F4D-4ADA-AD70-C8B2B2CDA2CB}" type="presParOf" srcId="{195A4DBA-E886-469B-B33C-DBFB2B1119AB}" destId="{672C7B39-8D5E-4547-ABBB-3BA052E5F11E}" srcOrd="3" destOrd="0" presId="urn:microsoft.com/office/officeart/2005/8/layout/hList1"/>
    <dgm:cxn modelId="{0C49D05B-77D1-433E-879D-58C982E9B41B}" type="presParOf" srcId="{195A4DBA-E886-469B-B33C-DBFB2B1119AB}" destId="{0A429E7B-7504-47FD-8522-886F58378D49}" srcOrd="4" destOrd="0" presId="urn:microsoft.com/office/officeart/2005/8/layout/hList1"/>
    <dgm:cxn modelId="{589666DE-907E-4DFF-A6D4-C890A552EDA3}" type="presParOf" srcId="{0A429E7B-7504-47FD-8522-886F58378D49}" destId="{3A3D4B29-F5AB-44D8-B5DD-E4B29D954C00}" srcOrd="0" destOrd="0" presId="urn:microsoft.com/office/officeart/2005/8/layout/hList1"/>
    <dgm:cxn modelId="{F046D320-B67B-4175-A5AD-FC5E09715D08}" type="presParOf" srcId="{0A429E7B-7504-47FD-8522-886F58378D49}" destId="{4A4D63F1-2F5F-44F9-BC46-AFDBE03015A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8B9F68-3809-4523-82FE-F2B1A2530301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CED2C57-6275-41CD-9124-8058BE47EE10}">
      <dgm:prSet/>
      <dgm:spPr/>
      <dgm:t>
        <a:bodyPr/>
        <a:lstStyle/>
        <a:p>
          <a:r>
            <a:rPr lang="en-GB" b="1" dirty="0"/>
            <a:t>Objectives</a:t>
          </a:r>
        </a:p>
      </dgm:t>
    </dgm:pt>
    <dgm:pt modelId="{00278768-11B6-46D9-9A57-4E92D9BBB680}" type="parTrans" cxnId="{BA802FEB-CFC1-43B1-9383-28007F1EE23C}">
      <dgm:prSet/>
      <dgm:spPr/>
      <dgm:t>
        <a:bodyPr/>
        <a:lstStyle/>
        <a:p>
          <a:endParaRPr lang="en-GB"/>
        </a:p>
      </dgm:t>
    </dgm:pt>
    <dgm:pt modelId="{3615AC86-FD11-46E1-BB65-49793380B6E6}" type="sibTrans" cxnId="{BA802FEB-CFC1-43B1-9383-28007F1EE23C}">
      <dgm:prSet/>
      <dgm:spPr/>
      <dgm:t>
        <a:bodyPr/>
        <a:lstStyle/>
        <a:p>
          <a:endParaRPr lang="en-GB"/>
        </a:p>
      </dgm:t>
    </dgm:pt>
    <dgm:pt modelId="{DD9B4898-6F65-424E-846F-23D6F9C0CC22}">
      <dgm:prSet/>
      <dgm:spPr/>
      <dgm:t>
        <a:bodyPr/>
        <a:lstStyle/>
        <a:p>
          <a:r>
            <a:rPr lang="en-GB"/>
            <a:t>Understand relationship between: </a:t>
          </a:r>
        </a:p>
      </dgm:t>
    </dgm:pt>
    <dgm:pt modelId="{F99DF2F4-1684-4527-83E7-1AB80E3CD5D9}" type="parTrans" cxnId="{8F0F5A6B-3F36-4B99-8AB0-4CBB560F2168}">
      <dgm:prSet/>
      <dgm:spPr/>
      <dgm:t>
        <a:bodyPr/>
        <a:lstStyle/>
        <a:p>
          <a:endParaRPr lang="en-GB"/>
        </a:p>
      </dgm:t>
    </dgm:pt>
    <dgm:pt modelId="{DA7EEB80-9EB7-45B2-A9BD-1A6714D143DA}" type="sibTrans" cxnId="{8F0F5A6B-3F36-4B99-8AB0-4CBB560F2168}">
      <dgm:prSet/>
      <dgm:spPr/>
      <dgm:t>
        <a:bodyPr/>
        <a:lstStyle/>
        <a:p>
          <a:endParaRPr lang="en-GB"/>
        </a:p>
      </dgm:t>
    </dgm:pt>
    <dgm:pt modelId="{7BEC4390-6A5F-459F-B11A-00548284BCEC}">
      <dgm:prSet/>
      <dgm:spPr/>
      <dgm:t>
        <a:bodyPr/>
        <a:lstStyle/>
        <a:p>
          <a:r>
            <a:rPr lang="en-GB"/>
            <a:t>Income </a:t>
          </a:r>
        </a:p>
      </dgm:t>
    </dgm:pt>
    <dgm:pt modelId="{E82E92AB-94E9-4402-8A26-3231B5333CF7}" type="parTrans" cxnId="{501D9AFF-8352-4E63-AEF2-9C5B9B294C31}">
      <dgm:prSet/>
      <dgm:spPr/>
      <dgm:t>
        <a:bodyPr/>
        <a:lstStyle/>
        <a:p>
          <a:endParaRPr lang="en-GB"/>
        </a:p>
      </dgm:t>
    </dgm:pt>
    <dgm:pt modelId="{ACD44D9F-6258-4480-9921-A6A6697B2314}" type="sibTrans" cxnId="{501D9AFF-8352-4E63-AEF2-9C5B9B294C31}">
      <dgm:prSet/>
      <dgm:spPr/>
      <dgm:t>
        <a:bodyPr/>
        <a:lstStyle/>
        <a:p>
          <a:endParaRPr lang="en-GB"/>
        </a:p>
      </dgm:t>
    </dgm:pt>
    <dgm:pt modelId="{B05D6570-2F11-47ED-850E-A81FF4450654}">
      <dgm:prSet/>
      <dgm:spPr/>
      <dgm:t>
        <a:bodyPr/>
        <a:lstStyle/>
        <a:p>
          <a:r>
            <a:rPr lang="en-GB"/>
            <a:t>Spending behaviour </a:t>
          </a:r>
        </a:p>
      </dgm:t>
    </dgm:pt>
    <dgm:pt modelId="{ED6BB11B-7058-44FC-A144-9C087B121B1D}" type="parTrans" cxnId="{956D5A19-E690-449E-BD9A-C035E95F55C3}">
      <dgm:prSet/>
      <dgm:spPr/>
      <dgm:t>
        <a:bodyPr/>
        <a:lstStyle/>
        <a:p>
          <a:endParaRPr lang="en-GB"/>
        </a:p>
      </dgm:t>
    </dgm:pt>
    <dgm:pt modelId="{72F47DF4-61E9-44E9-A8BA-6A75D0E7E182}" type="sibTrans" cxnId="{956D5A19-E690-449E-BD9A-C035E95F55C3}">
      <dgm:prSet/>
      <dgm:spPr/>
      <dgm:t>
        <a:bodyPr/>
        <a:lstStyle/>
        <a:p>
          <a:endParaRPr lang="en-GB"/>
        </a:p>
      </dgm:t>
    </dgm:pt>
    <dgm:pt modelId="{85FDAD79-A20B-49E3-B8BF-8E2E589DCACC}">
      <dgm:prSet/>
      <dgm:spPr/>
      <dgm:t>
        <a:bodyPr/>
        <a:lstStyle/>
        <a:p>
          <a:r>
            <a:rPr lang="en-GB"/>
            <a:t>Age, education, product </a:t>
          </a:r>
        </a:p>
      </dgm:t>
    </dgm:pt>
    <dgm:pt modelId="{A576043B-4504-4CFB-902F-6E7CFBA0DD24}" type="parTrans" cxnId="{D6987185-2BCE-4DC2-BB87-4DDB1D9C9DA8}">
      <dgm:prSet/>
      <dgm:spPr/>
      <dgm:t>
        <a:bodyPr/>
        <a:lstStyle/>
        <a:p>
          <a:endParaRPr lang="en-GB"/>
        </a:p>
      </dgm:t>
    </dgm:pt>
    <dgm:pt modelId="{ED290DB7-B67A-4FCB-ADD7-311A443E3151}" type="sibTrans" cxnId="{D6987185-2BCE-4DC2-BB87-4DDB1D9C9DA8}">
      <dgm:prSet/>
      <dgm:spPr/>
      <dgm:t>
        <a:bodyPr/>
        <a:lstStyle/>
        <a:p>
          <a:endParaRPr lang="en-GB"/>
        </a:p>
      </dgm:t>
    </dgm:pt>
    <dgm:pt modelId="{AD7FE7C3-CCC3-43EE-A123-D5B6B384CD94}">
      <dgm:prSet/>
      <dgm:spPr/>
      <dgm:t>
        <a:bodyPr/>
        <a:lstStyle/>
        <a:p>
          <a:r>
            <a:rPr lang="en-GB"/>
            <a:t>Build </a:t>
          </a:r>
          <a:r>
            <a:rPr lang="en-GB" b="1"/>
            <a:t>predictive models</a:t>
          </a:r>
          <a:r>
            <a:rPr lang="en-GB"/>
            <a:t> </a:t>
          </a:r>
        </a:p>
      </dgm:t>
    </dgm:pt>
    <dgm:pt modelId="{709A831D-10EA-47AE-A1E7-C444B1744532}" type="parTrans" cxnId="{6B24F393-DC76-43B8-858F-A3B42A9FEAA1}">
      <dgm:prSet/>
      <dgm:spPr/>
      <dgm:t>
        <a:bodyPr/>
        <a:lstStyle/>
        <a:p>
          <a:endParaRPr lang="en-GB"/>
        </a:p>
      </dgm:t>
    </dgm:pt>
    <dgm:pt modelId="{B745D9E4-6BE5-4EE0-9296-B5530F623D27}" type="sibTrans" cxnId="{6B24F393-DC76-43B8-858F-A3B42A9FEAA1}">
      <dgm:prSet/>
      <dgm:spPr/>
      <dgm:t>
        <a:bodyPr/>
        <a:lstStyle/>
        <a:p>
          <a:endParaRPr lang="en-GB"/>
        </a:p>
      </dgm:t>
    </dgm:pt>
    <dgm:pt modelId="{5A790D29-22A2-4FD1-BD51-51D9818AAD87}">
      <dgm:prSet/>
      <dgm:spPr/>
      <dgm:t>
        <a:bodyPr/>
        <a:lstStyle/>
        <a:p>
          <a:r>
            <a:rPr lang="en-GB"/>
            <a:t>Create </a:t>
          </a:r>
          <a:r>
            <a:rPr lang="en-GB" b="1"/>
            <a:t>customer segments for marketing</a:t>
          </a:r>
          <a:r>
            <a:rPr lang="en-GB"/>
            <a:t> </a:t>
          </a:r>
        </a:p>
      </dgm:t>
    </dgm:pt>
    <dgm:pt modelId="{9643B2D5-C2ED-4B7C-B207-1C5E8E865E93}" type="parTrans" cxnId="{A33D63FB-90EC-42CD-8B18-1C31B815E7AF}">
      <dgm:prSet/>
      <dgm:spPr/>
      <dgm:t>
        <a:bodyPr/>
        <a:lstStyle/>
        <a:p>
          <a:endParaRPr lang="en-GB"/>
        </a:p>
      </dgm:t>
    </dgm:pt>
    <dgm:pt modelId="{689BD88A-6F2E-4B99-A894-3AF0852C5635}" type="sibTrans" cxnId="{A33D63FB-90EC-42CD-8B18-1C31B815E7AF}">
      <dgm:prSet/>
      <dgm:spPr/>
      <dgm:t>
        <a:bodyPr/>
        <a:lstStyle/>
        <a:p>
          <a:endParaRPr lang="en-GB"/>
        </a:p>
      </dgm:t>
    </dgm:pt>
    <dgm:pt modelId="{9170D071-D0C6-4658-89D0-FC01F20979BB}">
      <dgm:prSet/>
      <dgm:spPr/>
      <dgm:t>
        <a:bodyPr/>
        <a:lstStyle/>
        <a:p>
          <a:r>
            <a:rPr lang="en-GB"/>
            <a:t>Identify key drivers of </a:t>
          </a:r>
          <a:r>
            <a:rPr lang="en-GB" b="1"/>
            <a:t>loyalty points</a:t>
          </a:r>
          <a:r>
            <a:rPr lang="en-GB"/>
            <a:t> </a:t>
          </a:r>
        </a:p>
      </dgm:t>
    </dgm:pt>
    <dgm:pt modelId="{D064144C-2E1B-43DD-AA83-0AC7CB694F0C}" type="parTrans" cxnId="{F3EA755F-D4A3-487F-A175-9FEB83DF24BA}">
      <dgm:prSet/>
      <dgm:spPr/>
      <dgm:t>
        <a:bodyPr/>
        <a:lstStyle/>
        <a:p>
          <a:endParaRPr lang="en-GB"/>
        </a:p>
      </dgm:t>
    </dgm:pt>
    <dgm:pt modelId="{E1C95592-37AF-408A-8B58-943E934DF719}" type="sibTrans" cxnId="{F3EA755F-D4A3-487F-A175-9FEB83DF24BA}">
      <dgm:prSet/>
      <dgm:spPr/>
      <dgm:t>
        <a:bodyPr/>
        <a:lstStyle/>
        <a:p>
          <a:endParaRPr lang="en-GB"/>
        </a:p>
      </dgm:t>
    </dgm:pt>
    <dgm:pt modelId="{AD107EF1-F883-405D-99CE-41A16A189D57}" type="pres">
      <dgm:prSet presAssocID="{CB8B9F68-3809-4523-82FE-F2B1A2530301}" presName="Name0" presStyleCnt="0">
        <dgm:presLayoutVars>
          <dgm:dir/>
          <dgm:animLvl val="lvl"/>
          <dgm:resizeHandles val="exact"/>
        </dgm:presLayoutVars>
      </dgm:prSet>
      <dgm:spPr/>
    </dgm:pt>
    <dgm:pt modelId="{05D94F92-A203-4F06-86E4-6117B4C12272}" type="pres">
      <dgm:prSet presAssocID="{1CED2C57-6275-41CD-9124-8058BE47EE10}" presName="linNode" presStyleCnt="0"/>
      <dgm:spPr/>
    </dgm:pt>
    <dgm:pt modelId="{47F6FBD0-5AA4-43EC-BB67-84BA49D41588}" type="pres">
      <dgm:prSet presAssocID="{1CED2C57-6275-41CD-9124-8058BE47EE10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57404B00-E376-4C33-AD0E-F7F97EA9AE0A}" type="pres">
      <dgm:prSet presAssocID="{1CED2C57-6275-41CD-9124-8058BE47EE10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5A63CB06-8FB8-4B24-8B45-9889A29B3C0B}" type="presOf" srcId="{B05D6570-2F11-47ED-850E-A81FF4450654}" destId="{57404B00-E376-4C33-AD0E-F7F97EA9AE0A}" srcOrd="0" destOrd="3" presId="urn:microsoft.com/office/officeart/2005/8/layout/vList5"/>
    <dgm:cxn modelId="{09650C08-E158-4EA9-9F84-13D2DB9261AE}" type="presOf" srcId="{1CED2C57-6275-41CD-9124-8058BE47EE10}" destId="{47F6FBD0-5AA4-43EC-BB67-84BA49D41588}" srcOrd="0" destOrd="0" presId="urn:microsoft.com/office/officeart/2005/8/layout/vList5"/>
    <dgm:cxn modelId="{3297F00E-E90C-4E58-9636-578CCBD55D3B}" type="presOf" srcId="{CB8B9F68-3809-4523-82FE-F2B1A2530301}" destId="{AD107EF1-F883-405D-99CE-41A16A189D57}" srcOrd="0" destOrd="0" presId="urn:microsoft.com/office/officeart/2005/8/layout/vList5"/>
    <dgm:cxn modelId="{956D5A19-E690-449E-BD9A-C035E95F55C3}" srcId="{DD9B4898-6F65-424E-846F-23D6F9C0CC22}" destId="{B05D6570-2F11-47ED-850E-A81FF4450654}" srcOrd="1" destOrd="0" parTransId="{ED6BB11B-7058-44FC-A144-9C087B121B1D}" sibTransId="{72F47DF4-61E9-44E9-A8BA-6A75D0E7E182}"/>
    <dgm:cxn modelId="{F3EA755F-D4A3-487F-A175-9FEB83DF24BA}" srcId="{1CED2C57-6275-41CD-9124-8058BE47EE10}" destId="{9170D071-D0C6-4658-89D0-FC01F20979BB}" srcOrd="0" destOrd="0" parTransId="{D064144C-2E1B-43DD-AA83-0AC7CB694F0C}" sibTransId="{E1C95592-37AF-408A-8B58-943E934DF719}"/>
    <dgm:cxn modelId="{8F0F5A6B-3F36-4B99-8AB0-4CBB560F2168}" srcId="{1CED2C57-6275-41CD-9124-8058BE47EE10}" destId="{DD9B4898-6F65-424E-846F-23D6F9C0CC22}" srcOrd="1" destOrd="0" parTransId="{F99DF2F4-1684-4527-83E7-1AB80E3CD5D9}" sibTransId="{DA7EEB80-9EB7-45B2-A9BD-1A6714D143DA}"/>
    <dgm:cxn modelId="{410AD47D-871E-48DA-92BF-BFDF6A7C0E04}" type="presOf" srcId="{AD7FE7C3-CCC3-43EE-A123-D5B6B384CD94}" destId="{57404B00-E376-4C33-AD0E-F7F97EA9AE0A}" srcOrd="0" destOrd="5" presId="urn:microsoft.com/office/officeart/2005/8/layout/vList5"/>
    <dgm:cxn modelId="{825B1B7E-92E0-4E2C-AD8E-F0D61AF9FA78}" type="presOf" srcId="{9170D071-D0C6-4658-89D0-FC01F20979BB}" destId="{57404B00-E376-4C33-AD0E-F7F97EA9AE0A}" srcOrd="0" destOrd="0" presId="urn:microsoft.com/office/officeart/2005/8/layout/vList5"/>
    <dgm:cxn modelId="{D6987185-2BCE-4DC2-BB87-4DDB1D9C9DA8}" srcId="{DD9B4898-6F65-424E-846F-23D6F9C0CC22}" destId="{85FDAD79-A20B-49E3-B8BF-8E2E589DCACC}" srcOrd="2" destOrd="0" parTransId="{A576043B-4504-4CFB-902F-6E7CFBA0DD24}" sibTransId="{ED290DB7-B67A-4FCB-ADD7-311A443E3151}"/>
    <dgm:cxn modelId="{6B24F393-DC76-43B8-858F-A3B42A9FEAA1}" srcId="{1CED2C57-6275-41CD-9124-8058BE47EE10}" destId="{AD7FE7C3-CCC3-43EE-A123-D5B6B384CD94}" srcOrd="2" destOrd="0" parTransId="{709A831D-10EA-47AE-A1E7-C444B1744532}" sibTransId="{B745D9E4-6BE5-4EE0-9296-B5530F623D27}"/>
    <dgm:cxn modelId="{5EAE39B6-F4E4-474B-B2E0-9F9534841842}" type="presOf" srcId="{7BEC4390-6A5F-459F-B11A-00548284BCEC}" destId="{57404B00-E376-4C33-AD0E-F7F97EA9AE0A}" srcOrd="0" destOrd="2" presId="urn:microsoft.com/office/officeart/2005/8/layout/vList5"/>
    <dgm:cxn modelId="{D6A94CD4-2F0B-4B74-9565-9E16877FD33F}" type="presOf" srcId="{85FDAD79-A20B-49E3-B8BF-8E2E589DCACC}" destId="{57404B00-E376-4C33-AD0E-F7F97EA9AE0A}" srcOrd="0" destOrd="4" presId="urn:microsoft.com/office/officeart/2005/8/layout/vList5"/>
    <dgm:cxn modelId="{E31D5FDF-65A3-4F35-B183-EA4CB964B0C9}" type="presOf" srcId="{DD9B4898-6F65-424E-846F-23D6F9C0CC22}" destId="{57404B00-E376-4C33-AD0E-F7F97EA9AE0A}" srcOrd="0" destOrd="1" presId="urn:microsoft.com/office/officeart/2005/8/layout/vList5"/>
    <dgm:cxn modelId="{BA802FEB-CFC1-43B1-9383-28007F1EE23C}" srcId="{CB8B9F68-3809-4523-82FE-F2B1A2530301}" destId="{1CED2C57-6275-41CD-9124-8058BE47EE10}" srcOrd="0" destOrd="0" parTransId="{00278768-11B6-46D9-9A57-4E92D9BBB680}" sibTransId="{3615AC86-FD11-46E1-BB65-49793380B6E6}"/>
    <dgm:cxn modelId="{A63BFFF2-1F41-4601-B4A8-2720778E1E6A}" type="presOf" srcId="{5A790D29-22A2-4FD1-BD51-51D9818AAD87}" destId="{57404B00-E376-4C33-AD0E-F7F97EA9AE0A}" srcOrd="0" destOrd="6" presId="urn:microsoft.com/office/officeart/2005/8/layout/vList5"/>
    <dgm:cxn modelId="{A33D63FB-90EC-42CD-8B18-1C31B815E7AF}" srcId="{1CED2C57-6275-41CD-9124-8058BE47EE10}" destId="{5A790D29-22A2-4FD1-BD51-51D9818AAD87}" srcOrd="3" destOrd="0" parTransId="{9643B2D5-C2ED-4B7C-B207-1C5E8E865E93}" sibTransId="{689BD88A-6F2E-4B99-A894-3AF0852C5635}"/>
    <dgm:cxn modelId="{501D9AFF-8352-4E63-AEF2-9C5B9B294C31}" srcId="{DD9B4898-6F65-424E-846F-23D6F9C0CC22}" destId="{7BEC4390-6A5F-459F-B11A-00548284BCEC}" srcOrd="0" destOrd="0" parTransId="{E82E92AB-94E9-4402-8A26-3231B5333CF7}" sibTransId="{ACD44D9F-6258-4480-9921-A6A6697B2314}"/>
    <dgm:cxn modelId="{C62ADD86-4350-439F-ABE2-9D30B39C94BF}" type="presParOf" srcId="{AD107EF1-F883-405D-99CE-41A16A189D57}" destId="{05D94F92-A203-4F06-86E4-6117B4C12272}" srcOrd="0" destOrd="0" presId="urn:microsoft.com/office/officeart/2005/8/layout/vList5"/>
    <dgm:cxn modelId="{9703A4AB-6101-45A8-99ED-0F98E3898B27}" type="presParOf" srcId="{05D94F92-A203-4F06-86E4-6117B4C12272}" destId="{47F6FBD0-5AA4-43EC-BB67-84BA49D41588}" srcOrd="0" destOrd="0" presId="urn:microsoft.com/office/officeart/2005/8/layout/vList5"/>
    <dgm:cxn modelId="{26988653-1FE8-41BE-AF55-FB0AAE07B353}" type="presParOf" srcId="{05D94F92-A203-4F06-86E4-6117B4C12272}" destId="{57404B00-E376-4C33-AD0E-F7F97EA9AE0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EC9444-E948-43FD-86ED-2DCBD20FC11C}" type="doc">
      <dgm:prSet loTypeId="urn:microsoft.com/office/officeart/2005/8/layout/vList6" loCatId="list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53777CFA-3DD7-4136-9161-CCA4E53855B4}">
      <dgm:prSet phldrT="[Text]"/>
      <dgm:spPr/>
      <dgm:t>
        <a:bodyPr/>
        <a:lstStyle/>
        <a:p>
          <a:pPr>
            <a:buNone/>
          </a:pPr>
          <a:r>
            <a:rPr lang="en-GB" b="1" dirty="0"/>
            <a:t>Strong relationships</a:t>
          </a:r>
          <a:endParaRPr lang="en-GB" dirty="0"/>
        </a:p>
      </dgm:t>
    </dgm:pt>
    <dgm:pt modelId="{5493A805-FB4A-473E-842F-9C5B7B498102}" type="parTrans" cxnId="{12195DF5-50F9-4D60-A143-32E4A4BE2553}">
      <dgm:prSet/>
      <dgm:spPr/>
      <dgm:t>
        <a:bodyPr/>
        <a:lstStyle/>
        <a:p>
          <a:endParaRPr lang="en-GB"/>
        </a:p>
      </dgm:t>
    </dgm:pt>
    <dgm:pt modelId="{CA42CE35-7901-41D2-8339-A623C6A238DB}" type="sibTrans" cxnId="{12195DF5-50F9-4D60-A143-32E4A4BE2553}">
      <dgm:prSet/>
      <dgm:spPr/>
      <dgm:t>
        <a:bodyPr/>
        <a:lstStyle/>
        <a:p>
          <a:endParaRPr lang="en-GB"/>
        </a:p>
      </dgm:t>
    </dgm:pt>
    <dgm:pt modelId="{D38AB021-A210-47CD-873D-7EF996229C8D}">
      <dgm:prSet phldrT="[Text]"/>
      <dgm:spPr/>
      <dgm:t>
        <a:bodyPr/>
        <a:lstStyle/>
        <a:p>
          <a:pPr>
            <a:buSzPts val="1000"/>
            <a:buFont typeface="Arial" panose="020B0604020202020204" pitchFamily="34" charset="0"/>
            <a:buChar char="•"/>
          </a:pPr>
          <a:r>
            <a:rPr lang="en-GB" dirty="0"/>
            <a:t>Spending score - Loyalty points </a:t>
          </a:r>
          <a:r>
            <a:rPr lang="en-GB" b="1" dirty="0"/>
            <a:t>(0.67)</a:t>
          </a:r>
          <a:r>
            <a:rPr lang="en-GB" dirty="0"/>
            <a:t> 🔥 </a:t>
          </a:r>
        </a:p>
      </dgm:t>
    </dgm:pt>
    <dgm:pt modelId="{05A835D3-6354-4353-A048-F188CCA3455B}" type="parTrans" cxnId="{F0B1363F-94BF-4F08-AC8E-24C58AB75174}">
      <dgm:prSet/>
      <dgm:spPr/>
      <dgm:t>
        <a:bodyPr/>
        <a:lstStyle/>
        <a:p>
          <a:endParaRPr lang="en-GB"/>
        </a:p>
      </dgm:t>
    </dgm:pt>
    <dgm:pt modelId="{10C2E158-E921-414C-ACE3-7C01A7ACEB5B}" type="sibTrans" cxnId="{F0B1363F-94BF-4F08-AC8E-24C58AB75174}">
      <dgm:prSet/>
      <dgm:spPr/>
      <dgm:t>
        <a:bodyPr/>
        <a:lstStyle/>
        <a:p>
          <a:endParaRPr lang="en-GB"/>
        </a:p>
      </dgm:t>
    </dgm:pt>
    <dgm:pt modelId="{D8CB35DE-22FE-4FAC-8DB0-DE495F918D7C}">
      <dgm:prSet/>
      <dgm:spPr/>
      <dgm:t>
        <a:bodyPr/>
        <a:lstStyle/>
        <a:p>
          <a:pPr>
            <a:buSzPts val="1000"/>
            <a:buFont typeface="Arial" panose="020B0604020202020204" pitchFamily="34" charset="0"/>
            <a:buChar char="•"/>
          </a:pPr>
          <a:r>
            <a:rPr lang="en-GB" dirty="0"/>
            <a:t>Income - Loyalty points </a:t>
          </a:r>
          <a:r>
            <a:rPr lang="en-GB" b="1" dirty="0"/>
            <a:t>(0.62)</a:t>
          </a:r>
          <a:r>
            <a:rPr lang="en-GB" dirty="0"/>
            <a:t> </a:t>
          </a:r>
        </a:p>
      </dgm:t>
    </dgm:pt>
    <dgm:pt modelId="{4F6F04E7-3D77-41CD-BBFF-BF5891E34D15}" type="parTrans" cxnId="{218C85D1-694A-4D04-9A14-8E8C311FE394}">
      <dgm:prSet/>
      <dgm:spPr/>
      <dgm:t>
        <a:bodyPr/>
        <a:lstStyle/>
        <a:p>
          <a:endParaRPr lang="en-GB"/>
        </a:p>
      </dgm:t>
    </dgm:pt>
    <dgm:pt modelId="{EA907C03-5FC8-4D33-9B29-AD40FCC12B88}" type="sibTrans" cxnId="{218C85D1-694A-4D04-9A14-8E8C311FE394}">
      <dgm:prSet/>
      <dgm:spPr/>
      <dgm:t>
        <a:bodyPr/>
        <a:lstStyle/>
        <a:p>
          <a:endParaRPr lang="en-GB"/>
        </a:p>
      </dgm:t>
    </dgm:pt>
    <dgm:pt modelId="{537D140D-CC46-4EB3-BD98-90ADF8B50220}">
      <dgm:prSet phldrT="[Text]"/>
      <dgm:spPr/>
      <dgm:t>
        <a:bodyPr/>
        <a:lstStyle/>
        <a:p>
          <a:pPr>
            <a:buNone/>
          </a:pPr>
          <a:r>
            <a:rPr lang="en-GB" dirty="0"/>
            <a:t>Loyalty drivers  </a:t>
          </a:r>
          <a:r>
            <a:rPr lang="en-GB" b="1" dirty="0"/>
            <a:t>behaviour + income</a:t>
          </a:r>
          <a:r>
            <a:rPr lang="en-GB" dirty="0"/>
            <a:t>, not demographics.</a:t>
          </a:r>
        </a:p>
      </dgm:t>
    </dgm:pt>
    <dgm:pt modelId="{4BF46C57-6CB1-4EBD-BB78-D0142549E71B}" type="parTrans" cxnId="{46C8BD54-2340-4BD6-BB21-65CF94B1A2CA}">
      <dgm:prSet/>
      <dgm:spPr/>
      <dgm:t>
        <a:bodyPr/>
        <a:lstStyle/>
        <a:p>
          <a:endParaRPr lang="en-GB"/>
        </a:p>
      </dgm:t>
    </dgm:pt>
    <dgm:pt modelId="{858ACB7F-8EAA-499F-8ED1-B62E8DA4FEA6}" type="sibTrans" cxnId="{46C8BD54-2340-4BD6-BB21-65CF94B1A2CA}">
      <dgm:prSet/>
      <dgm:spPr/>
      <dgm:t>
        <a:bodyPr/>
        <a:lstStyle/>
        <a:p>
          <a:endParaRPr lang="en-GB"/>
        </a:p>
      </dgm:t>
    </dgm:pt>
    <dgm:pt modelId="{D30156B6-B817-49DD-96C9-868BEEB6163F}">
      <dgm:prSet phldrT="[Text]"/>
      <dgm:spPr/>
      <dgm:t>
        <a:bodyPr/>
        <a:lstStyle/>
        <a:p>
          <a:pPr>
            <a:buNone/>
          </a:pPr>
          <a:r>
            <a:rPr lang="en-GB" dirty="0"/>
            <a:t>Insight</a:t>
          </a:r>
        </a:p>
      </dgm:t>
    </dgm:pt>
    <dgm:pt modelId="{B8917E5F-8745-4A99-82AC-CB5AF52BDF46}" type="parTrans" cxnId="{F82840DB-40D7-4DA4-B14C-3547FE94475F}">
      <dgm:prSet/>
      <dgm:spPr/>
      <dgm:t>
        <a:bodyPr/>
        <a:lstStyle/>
        <a:p>
          <a:endParaRPr lang="en-GB"/>
        </a:p>
      </dgm:t>
    </dgm:pt>
    <dgm:pt modelId="{C93061EB-8221-495A-8991-30132A5126B5}" type="sibTrans" cxnId="{F82840DB-40D7-4DA4-B14C-3547FE94475F}">
      <dgm:prSet/>
      <dgm:spPr/>
      <dgm:t>
        <a:bodyPr/>
        <a:lstStyle/>
        <a:p>
          <a:endParaRPr lang="en-GB"/>
        </a:p>
      </dgm:t>
    </dgm:pt>
    <dgm:pt modelId="{260C003A-F4F7-48B5-BC5A-66998BAA607E}">
      <dgm:prSet/>
      <dgm:spPr/>
      <dgm:t>
        <a:bodyPr/>
        <a:lstStyle/>
        <a:p>
          <a:pPr>
            <a:buSzPts val="1000"/>
            <a:buFont typeface="Arial" panose="020B0604020202020204" pitchFamily="34" charset="0"/>
            <a:buChar char="•"/>
          </a:pPr>
          <a:r>
            <a:rPr lang="en-GB" dirty="0"/>
            <a:t>Product -Loyalty points </a:t>
          </a:r>
          <a:r>
            <a:rPr lang="en-GB" b="1" dirty="0"/>
            <a:t>(0.18)</a:t>
          </a:r>
          <a:endParaRPr lang="en-GB" dirty="0"/>
        </a:p>
      </dgm:t>
    </dgm:pt>
    <dgm:pt modelId="{CCB6DBD8-DEEA-4357-85D5-08B0F22E8FB3}" type="parTrans" cxnId="{9D7D8D86-1635-42BF-BB5F-597478AD22FA}">
      <dgm:prSet/>
      <dgm:spPr/>
      <dgm:t>
        <a:bodyPr/>
        <a:lstStyle/>
        <a:p>
          <a:endParaRPr lang="en-GB"/>
        </a:p>
      </dgm:t>
    </dgm:pt>
    <dgm:pt modelId="{EF9ADFAB-FA1B-4171-9A7B-F52B2EB85C58}" type="sibTrans" cxnId="{9D7D8D86-1635-42BF-BB5F-597478AD22FA}">
      <dgm:prSet/>
      <dgm:spPr/>
      <dgm:t>
        <a:bodyPr/>
        <a:lstStyle/>
        <a:p>
          <a:endParaRPr lang="en-GB"/>
        </a:p>
      </dgm:t>
    </dgm:pt>
    <dgm:pt modelId="{D87721AC-88F8-4540-9F32-B87904A6D54B}">
      <dgm:prSet phldrT="[Text]"/>
      <dgm:spPr/>
      <dgm:t>
        <a:bodyPr/>
        <a:lstStyle/>
        <a:p>
          <a:pPr>
            <a:buNone/>
          </a:pPr>
          <a:r>
            <a:rPr lang="en-GB" b="1" dirty="0"/>
            <a:t>Weak relationships</a:t>
          </a:r>
          <a:endParaRPr lang="en-GB" dirty="0"/>
        </a:p>
      </dgm:t>
    </dgm:pt>
    <dgm:pt modelId="{3F3C5825-3360-4CCB-B12D-E0236665F75E}" type="parTrans" cxnId="{E40B906F-6AD4-4D3E-B78B-ADBDEB1018F3}">
      <dgm:prSet/>
      <dgm:spPr/>
      <dgm:t>
        <a:bodyPr/>
        <a:lstStyle/>
        <a:p>
          <a:endParaRPr lang="en-GB"/>
        </a:p>
      </dgm:t>
    </dgm:pt>
    <dgm:pt modelId="{0EE928F7-7A94-420A-86F5-C0D64C06BD0C}" type="sibTrans" cxnId="{E40B906F-6AD4-4D3E-B78B-ADBDEB1018F3}">
      <dgm:prSet/>
      <dgm:spPr/>
      <dgm:t>
        <a:bodyPr/>
        <a:lstStyle/>
        <a:p>
          <a:endParaRPr lang="en-GB"/>
        </a:p>
      </dgm:t>
    </dgm:pt>
    <dgm:pt modelId="{7494D48F-D7F1-4C15-94A2-0EFC02E8FF18}">
      <dgm:prSet/>
      <dgm:spPr/>
      <dgm:t>
        <a:bodyPr/>
        <a:lstStyle/>
        <a:p>
          <a:pPr>
            <a:buSzPts val="1000"/>
            <a:buFont typeface="Arial" panose="020B0604020202020204" pitchFamily="34" charset="0"/>
            <a:buChar char="•"/>
          </a:pPr>
          <a:r>
            <a:rPr lang="en-GB"/>
            <a:t>Age - Loyalty points </a:t>
          </a:r>
          <a:r>
            <a:rPr lang="en-GB" b="1"/>
            <a:t>(-0.04)</a:t>
          </a:r>
          <a:r>
            <a:rPr lang="en-GB"/>
            <a:t> </a:t>
          </a:r>
          <a:endParaRPr lang="en-GB" dirty="0"/>
        </a:p>
      </dgm:t>
    </dgm:pt>
    <dgm:pt modelId="{99D58DD1-7D0E-412D-8CCE-9ECE398817AE}" type="parTrans" cxnId="{14F77409-55EB-4C2A-A77C-D80F91ECC113}">
      <dgm:prSet/>
      <dgm:spPr/>
      <dgm:t>
        <a:bodyPr/>
        <a:lstStyle/>
        <a:p>
          <a:endParaRPr lang="en-GB"/>
        </a:p>
      </dgm:t>
    </dgm:pt>
    <dgm:pt modelId="{F446D0E4-7F3A-4A2A-9FEE-677566D44A9A}" type="sibTrans" cxnId="{14F77409-55EB-4C2A-A77C-D80F91ECC113}">
      <dgm:prSet/>
      <dgm:spPr/>
      <dgm:t>
        <a:bodyPr/>
        <a:lstStyle/>
        <a:p>
          <a:endParaRPr lang="en-GB"/>
        </a:p>
      </dgm:t>
    </dgm:pt>
    <dgm:pt modelId="{65E665B8-0192-4DE8-9045-4D57168C3414}" type="pres">
      <dgm:prSet presAssocID="{BFEC9444-E948-43FD-86ED-2DCBD20FC11C}" presName="Name0" presStyleCnt="0">
        <dgm:presLayoutVars>
          <dgm:dir/>
          <dgm:animLvl val="lvl"/>
          <dgm:resizeHandles/>
        </dgm:presLayoutVars>
      </dgm:prSet>
      <dgm:spPr/>
    </dgm:pt>
    <dgm:pt modelId="{B345483E-7DA0-4050-8DF2-8F3965BA3F60}" type="pres">
      <dgm:prSet presAssocID="{53777CFA-3DD7-4136-9161-CCA4E53855B4}" presName="linNode" presStyleCnt="0"/>
      <dgm:spPr/>
    </dgm:pt>
    <dgm:pt modelId="{042434B7-C6DB-4C87-BEDA-067BC46E0CB8}" type="pres">
      <dgm:prSet presAssocID="{53777CFA-3DD7-4136-9161-CCA4E53855B4}" presName="parentShp" presStyleLbl="node1" presStyleIdx="0" presStyleCnt="3">
        <dgm:presLayoutVars>
          <dgm:bulletEnabled val="1"/>
        </dgm:presLayoutVars>
      </dgm:prSet>
      <dgm:spPr/>
    </dgm:pt>
    <dgm:pt modelId="{201D7059-9E54-4236-8241-4D242EB88A0A}" type="pres">
      <dgm:prSet presAssocID="{53777CFA-3DD7-4136-9161-CCA4E53855B4}" presName="childShp" presStyleLbl="bgAccFollowNode1" presStyleIdx="0" presStyleCnt="3">
        <dgm:presLayoutVars>
          <dgm:bulletEnabled val="1"/>
        </dgm:presLayoutVars>
      </dgm:prSet>
      <dgm:spPr/>
    </dgm:pt>
    <dgm:pt modelId="{73C47FB6-2C31-4623-9B7F-C6119EB9B9D3}" type="pres">
      <dgm:prSet presAssocID="{CA42CE35-7901-41D2-8339-A623C6A238DB}" presName="spacing" presStyleCnt="0"/>
      <dgm:spPr/>
    </dgm:pt>
    <dgm:pt modelId="{C12F7AD0-B97B-4D6C-99FF-FC09F319596D}" type="pres">
      <dgm:prSet presAssocID="{D87721AC-88F8-4540-9F32-B87904A6D54B}" presName="linNode" presStyleCnt="0"/>
      <dgm:spPr/>
    </dgm:pt>
    <dgm:pt modelId="{D10F4EAC-E556-4C1A-B744-D9FB628F396B}" type="pres">
      <dgm:prSet presAssocID="{D87721AC-88F8-4540-9F32-B87904A6D54B}" presName="parentShp" presStyleLbl="node1" presStyleIdx="1" presStyleCnt="3">
        <dgm:presLayoutVars>
          <dgm:bulletEnabled val="1"/>
        </dgm:presLayoutVars>
      </dgm:prSet>
      <dgm:spPr/>
    </dgm:pt>
    <dgm:pt modelId="{60A57020-E908-4D86-95E0-C65F7CFDD8B4}" type="pres">
      <dgm:prSet presAssocID="{D87721AC-88F8-4540-9F32-B87904A6D54B}" presName="childShp" presStyleLbl="bgAccFollowNode1" presStyleIdx="1" presStyleCnt="3">
        <dgm:presLayoutVars>
          <dgm:bulletEnabled val="1"/>
        </dgm:presLayoutVars>
      </dgm:prSet>
      <dgm:spPr/>
    </dgm:pt>
    <dgm:pt modelId="{C8D018BB-B012-4F8A-A990-DF1D15E87188}" type="pres">
      <dgm:prSet presAssocID="{0EE928F7-7A94-420A-86F5-C0D64C06BD0C}" presName="spacing" presStyleCnt="0"/>
      <dgm:spPr/>
    </dgm:pt>
    <dgm:pt modelId="{6537FBC3-313C-4761-A432-F24BA15ADB1A}" type="pres">
      <dgm:prSet presAssocID="{D30156B6-B817-49DD-96C9-868BEEB6163F}" presName="linNode" presStyleCnt="0"/>
      <dgm:spPr/>
    </dgm:pt>
    <dgm:pt modelId="{860781F5-C5DA-45BB-9827-1E7F0CA5B545}" type="pres">
      <dgm:prSet presAssocID="{D30156B6-B817-49DD-96C9-868BEEB6163F}" presName="parentShp" presStyleLbl="node1" presStyleIdx="2" presStyleCnt="3">
        <dgm:presLayoutVars>
          <dgm:bulletEnabled val="1"/>
        </dgm:presLayoutVars>
      </dgm:prSet>
      <dgm:spPr/>
    </dgm:pt>
    <dgm:pt modelId="{E6A2BDFE-C328-45AB-9506-19289A926FA1}" type="pres">
      <dgm:prSet presAssocID="{D30156B6-B817-49DD-96C9-868BEEB6163F}" presName="childShp" presStyleLbl="bgAccFollowNode1" presStyleIdx="2" presStyleCnt="3">
        <dgm:presLayoutVars>
          <dgm:bulletEnabled val="1"/>
        </dgm:presLayoutVars>
      </dgm:prSet>
      <dgm:spPr/>
    </dgm:pt>
  </dgm:ptLst>
  <dgm:cxnLst>
    <dgm:cxn modelId="{14F77409-55EB-4C2A-A77C-D80F91ECC113}" srcId="{D87721AC-88F8-4540-9F32-B87904A6D54B}" destId="{7494D48F-D7F1-4C15-94A2-0EFC02E8FF18}" srcOrd="1" destOrd="0" parTransId="{99D58DD1-7D0E-412D-8CCE-9ECE398817AE}" sibTransId="{F446D0E4-7F3A-4A2A-9FEE-677566D44A9A}"/>
    <dgm:cxn modelId="{31907325-945D-4703-B6E5-D76DA84BE5CF}" type="presOf" srcId="{D8CB35DE-22FE-4FAC-8DB0-DE495F918D7C}" destId="{201D7059-9E54-4236-8241-4D242EB88A0A}" srcOrd="0" destOrd="1" presId="urn:microsoft.com/office/officeart/2005/8/layout/vList6"/>
    <dgm:cxn modelId="{30FD7336-C29B-4BFD-86EE-858372FEBF52}" type="presOf" srcId="{53777CFA-3DD7-4136-9161-CCA4E53855B4}" destId="{042434B7-C6DB-4C87-BEDA-067BC46E0CB8}" srcOrd="0" destOrd="0" presId="urn:microsoft.com/office/officeart/2005/8/layout/vList6"/>
    <dgm:cxn modelId="{385FAD38-676B-4232-AD94-7F2ECC73C321}" type="presOf" srcId="{260C003A-F4F7-48B5-BC5A-66998BAA607E}" destId="{60A57020-E908-4D86-95E0-C65F7CFDD8B4}" srcOrd="0" destOrd="0" presId="urn:microsoft.com/office/officeart/2005/8/layout/vList6"/>
    <dgm:cxn modelId="{F0B1363F-94BF-4F08-AC8E-24C58AB75174}" srcId="{53777CFA-3DD7-4136-9161-CCA4E53855B4}" destId="{D38AB021-A210-47CD-873D-7EF996229C8D}" srcOrd="0" destOrd="0" parTransId="{05A835D3-6354-4353-A048-F188CCA3455B}" sibTransId="{10C2E158-E921-414C-ACE3-7C01A7ACEB5B}"/>
    <dgm:cxn modelId="{05454540-A781-4CB3-A3D1-0000C3086FDF}" type="presOf" srcId="{D87721AC-88F8-4540-9F32-B87904A6D54B}" destId="{D10F4EAC-E556-4C1A-B744-D9FB628F396B}" srcOrd="0" destOrd="0" presId="urn:microsoft.com/office/officeart/2005/8/layout/vList6"/>
    <dgm:cxn modelId="{E40B906F-6AD4-4D3E-B78B-ADBDEB1018F3}" srcId="{BFEC9444-E948-43FD-86ED-2DCBD20FC11C}" destId="{D87721AC-88F8-4540-9F32-B87904A6D54B}" srcOrd="1" destOrd="0" parTransId="{3F3C5825-3360-4CCB-B12D-E0236665F75E}" sibTransId="{0EE928F7-7A94-420A-86F5-C0D64C06BD0C}"/>
    <dgm:cxn modelId="{46C8BD54-2340-4BD6-BB21-65CF94B1A2CA}" srcId="{D30156B6-B817-49DD-96C9-868BEEB6163F}" destId="{537D140D-CC46-4EB3-BD98-90ADF8B50220}" srcOrd="0" destOrd="0" parTransId="{4BF46C57-6CB1-4EBD-BB78-D0142549E71B}" sibTransId="{858ACB7F-8EAA-499F-8ED1-B62E8DA4FEA6}"/>
    <dgm:cxn modelId="{71E9FE76-1EFB-4618-AD45-111B74386450}" type="presOf" srcId="{7494D48F-D7F1-4C15-94A2-0EFC02E8FF18}" destId="{60A57020-E908-4D86-95E0-C65F7CFDD8B4}" srcOrd="0" destOrd="1" presId="urn:microsoft.com/office/officeart/2005/8/layout/vList6"/>
    <dgm:cxn modelId="{184CBE81-CD11-45FA-9D3D-444FC1747F3D}" type="presOf" srcId="{537D140D-CC46-4EB3-BD98-90ADF8B50220}" destId="{E6A2BDFE-C328-45AB-9506-19289A926FA1}" srcOrd="0" destOrd="0" presId="urn:microsoft.com/office/officeart/2005/8/layout/vList6"/>
    <dgm:cxn modelId="{9D7D8D86-1635-42BF-BB5F-597478AD22FA}" srcId="{D87721AC-88F8-4540-9F32-B87904A6D54B}" destId="{260C003A-F4F7-48B5-BC5A-66998BAA607E}" srcOrd="0" destOrd="0" parTransId="{CCB6DBD8-DEEA-4357-85D5-08B0F22E8FB3}" sibTransId="{EF9ADFAB-FA1B-4171-9A7B-F52B2EB85C58}"/>
    <dgm:cxn modelId="{C5C6D793-DDA3-447D-A55B-02849D382B1C}" type="presOf" srcId="{D30156B6-B817-49DD-96C9-868BEEB6163F}" destId="{860781F5-C5DA-45BB-9827-1E7F0CA5B545}" srcOrd="0" destOrd="0" presId="urn:microsoft.com/office/officeart/2005/8/layout/vList6"/>
    <dgm:cxn modelId="{6C03FF9E-7C8D-4745-8AC6-D86E0F765A42}" type="presOf" srcId="{BFEC9444-E948-43FD-86ED-2DCBD20FC11C}" destId="{65E665B8-0192-4DE8-9045-4D57168C3414}" srcOrd="0" destOrd="0" presId="urn:microsoft.com/office/officeart/2005/8/layout/vList6"/>
    <dgm:cxn modelId="{DA4960B1-DE2A-49AA-9F1B-42295753DDD7}" type="presOf" srcId="{D38AB021-A210-47CD-873D-7EF996229C8D}" destId="{201D7059-9E54-4236-8241-4D242EB88A0A}" srcOrd="0" destOrd="0" presId="urn:microsoft.com/office/officeart/2005/8/layout/vList6"/>
    <dgm:cxn modelId="{218C85D1-694A-4D04-9A14-8E8C311FE394}" srcId="{53777CFA-3DD7-4136-9161-CCA4E53855B4}" destId="{D8CB35DE-22FE-4FAC-8DB0-DE495F918D7C}" srcOrd="1" destOrd="0" parTransId="{4F6F04E7-3D77-41CD-BBFF-BF5891E34D15}" sibTransId="{EA907C03-5FC8-4D33-9B29-AD40FCC12B88}"/>
    <dgm:cxn modelId="{F82840DB-40D7-4DA4-B14C-3547FE94475F}" srcId="{BFEC9444-E948-43FD-86ED-2DCBD20FC11C}" destId="{D30156B6-B817-49DD-96C9-868BEEB6163F}" srcOrd="2" destOrd="0" parTransId="{B8917E5F-8745-4A99-82AC-CB5AF52BDF46}" sibTransId="{C93061EB-8221-495A-8991-30132A5126B5}"/>
    <dgm:cxn modelId="{12195DF5-50F9-4D60-A143-32E4A4BE2553}" srcId="{BFEC9444-E948-43FD-86ED-2DCBD20FC11C}" destId="{53777CFA-3DD7-4136-9161-CCA4E53855B4}" srcOrd="0" destOrd="0" parTransId="{5493A805-FB4A-473E-842F-9C5B7B498102}" sibTransId="{CA42CE35-7901-41D2-8339-A623C6A238DB}"/>
    <dgm:cxn modelId="{54C75214-91CC-4C29-8B8C-79DA047BAA44}" type="presParOf" srcId="{65E665B8-0192-4DE8-9045-4D57168C3414}" destId="{B345483E-7DA0-4050-8DF2-8F3965BA3F60}" srcOrd="0" destOrd="0" presId="urn:microsoft.com/office/officeart/2005/8/layout/vList6"/>
    <dgm:cxn modelId="{D0A1AC9C-ED5C-43EF-9AE1-CF44E3E2E8DF}" type="presParOf" srcId="{B345483E-7DA0-4050-8DF2-8F3965BA3F60}" destId="{042434B7-C6DB-4C87-BEDA-067BC46E0CB8}" srcOrd="0" destOrd="0" presId="urn:microsoft.com/office/officeart/2005/8/layout/vList6"/>
    <dgm:cxn modelId="{372B4EFC-BE58-4763-B4DB-C5C87F7D619D}" type="presParOf" srcId="{B345483E-7DA0-4050-8DF2-8F3965BA3F60}" destId="{201D7059-9E54-4236-8241-4D242EB88A0A}" srcOrd="1" destOrd="0" presId="urn:microsoft.com/office/officeart/2005/8/layout/vList6"/>
    <dgm:cxn modelId="{CAAA1B7D-604A-4C92-9F71-1DF79C461EE2}" type="presParOf" srcId="{65E665B8-0192-4DE8-9045-4D57168C3414}" destId="{73C47FB6-2C31-4623-9B7F-C6119EB9B9D3}" srcOrd="1" destOrd="0" presId="urn:microsoft.com/office/officeart/2005/8/layout/vList6"/>
    <dgm:cxn modelId="{3D265DBB-9ED5-495D-83BB-6596345E0462}" type="presParOf" srcId="{65E665B8-0192-4DE8-9045-4D57168C3414}" destId="{C12F7AD0-B97B-4D6C-99FF-FC09F319596D}" srcOrd="2" destOrd="0" presId="urn:microsoft.com/office/officeart/2005/8/layout/vList6"/>
    <dgm:cxn modelId="{1DA04B38-72D0-4E1C-BCE2-5FFA8072F390}" type="presParOf" srcId="{C12F7AD0-B97B-4D6C-99FF-FC09F319596D}" destId="{D10F4EAC-E556-4C1A-B744-D9FB628F396B}" srcOrd="0" destOrd="0" presId="urn:microsoft.com/office/officeart/2005/8/layout/vList6"/>
    <dgm:cxn modelId="{E2035B94-595C-490A-BDE9-E635BF7E8A7D}" type="presParOf" srcId="{C12F7AD0-B97B-4D6C-99FF-FC09F319596D}" destId="{60A57020-E908-4D86-95E0-C65F7CFDD8B4}" srcOrd="1" destOrd="0" presId="urn:microsoft.com/office/officeart/2005/8/layout/vList6"/>
    <dgm:cxn modelId="{F3A50852-3DC2-42F1-9D97-16FFC376D7F4}" type="presParOf" srcId="{65E665B8-0192-4DE8-9045-4D57168C3414}" destId="{C8D018BB-B012-4F8A-A990-DF1D15E87188}" srcOrd="3" destOrd="0" presId="urn:microsoft.com/office/officeart/2005/8/layout/vList6"/>
    <dgm:cxn modelId="{1B0A97BF-0F7A-4ED3-9815-86E8D4BB7B84}" type="presParOf" srcId="{65E665B8-0192-4DE8-9045-4D57168C3414}" destId="{6537FBC3-313C-4761-A432-F24BA15ADB1A}" srcOrd="4" destOrd="0" presId="urn:microsoft.com/office/officeart/2005/8/layout/vList6"/>
    <dgm:cxn modelId="{2AB1E345-10E9-4686-B2DD-C058C1D0D73F}" type="presParOf" srcId="{6537FBC3-313C-4761-A432-F24BA15ADB1A}" destId="{860781F5-C5DA-45BB-9827-1E7F0CA5B545}" srcOrd="0" destOrd="0" presId="urn:microsoft.com/office/officeart/2005/8/layout/vList6"/>
    <dgm:cxn modelId="{6BBD2698-B5DE-4F58-A661-1F8F795C0899}" type="presParOf" srcId="{6537FBC3-313C-4761-A432-F24BA15ADB1A}" destId="{E6A2BDFE-C328-45AB-9506-19289A926FA1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F3B6BF-9DC7-4E87-8109-CB16DC8830AF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2DA63A4-5D14-42C8-BAB2-CA5584DC0AD5}">
      <dgm:prSet/>
      <dgm:spPr/>
      <dgm:t>
        <a:bodyPr/>
        <a:lstStyle/>
        <a:p>
          <a:r>
            <a:rPr lang="en-GB" b="1" dirty="0"/>
            <a:t>Model</a:t>
          </a:r>
          <a:endParaRPr lang="en-GB" dirty="0"/>
        </a:p>
      </dgm:t>
    </dgm:pt>
    <dgm:pt modelId="{9C19F725-DDB6-47C9-81F2-508A121E887D}" type="parTrans" cxnId="{3A855C00-789C-45DC-B4BB-06EBEDA58FD3}">
      <dgm:prSet/>
      <dgm:spPr/>
      <dgm:t>
        <a:bodyPr/>
        <a:lstStyle/>
        <a:p>
          <a:endParaRPr lang="en-GB"/>
        </a:p>
      </dgm:t>
    </dgm:pt>
    <dgm:pt modelId="{1D4BAE99-8B8D-4581-9C35-11D5C5F05A08}" type="sibTrans" cxnId="{3A855C00-789C-45DC-B4BB-06EBEDA58FD3}">
      <dgm:prSet/>
      <dgm:spPr/>
      <dgm:t>
        <a:bodyPr/>
        <a:lstStyle/>
        <a:p>
          <a:endParaRPr lang="en-GB"/>
        </a:p>
      </dgm:t>
    </dgm:pt>
    <dgm:pt modelId="{04B4931B-B9FB-4771-9252-3AD085B04D75}">
      <dgm:prSet/>
      <dgm:spPr/>
      <dgm:t>
        <a:bodyPr/>
        <a:lstStyle/>
        <a:p>
          <a:r>
            <a:rPr lang="en-GB" dirty="0"/>
            <a:t>Target: </a:t>
          </a:r>
          <a:r>
            <a:rPr lang="en-GB" dirty="0" err="1"/>
            <a:t>Loyalty_points</a:t>
          </a:r>
          <a:r>
            <a:rPr lang="en-GB" dirty="0"/>
            <a:t> </a:t>
          </a:r>
        </a:p>
      </dgm:t>
    </dgm:pt>
    <dgm:pt modelId="{A23EB9BD-8464-492A-85F2-9DE771AF2CD0}" type="parTrans" cxnId="{FD85C7A0-3EF3-4D36-9246-325CF4F5DA1F}">
      <dgm:prSet/>
      <dgm:spPr/>
      <dgm:t>
        <a:bodyPr/>
        <a:lstStyle/>
        <a:p>
          <a:endParaRPr lang="en-GB"/>
        </a:p>
      </dgm:t>
    </dgm:pt>
    <dgm:pt modelId="{D62B2001-62EF-42B6-82C4-412A5596B51A}" type="sibTrans" cxnId="{FD85C7A0-3EF3-4D36-9246-325CF4F5DA1F}">
      <dgm:prSet/>
      <dgm:spPr/>
      <dgm:t>
        <a:bodyPr/>
        <a:lstStyle/>
        <a:p>
          <a:endParaRPr lang="en-GB"/>
        </a:p>
      </dgm:t>
    </dgm:pt>
    <dgm:pt modelId="{A133C530-2F9E-4576-AF91-96CF47B29806}">
      <dgm:prSet/>
      <dgm:spPr/>
      <dgm:t>
        <a:bodyPr/>
        <a:lstStyle/>
        <a:p>
          <a:r>
            <a:rPr lang="en-GB"/>
            <a:t>Predictors: income + spending_score </a:t>
          </a:r>
        </a:p>
      </dgm:t>
    </dgm:pt>
    <dgm:pt modelId="{A8EEC637-B522-4EE1-BD05-48888036B16D}" type="parTrans" cxnId="{6C3C1D0D-0641-43D1-B95E-C865B3FEA7A4}">
      <dgm:prSet/>
      <dgm:spPr/>
      <dgm:t>
        <a:bodyPr/>
        <a:lstStyle/>
        <a:p>
          <a:endParaRPr lang="en-GB"/>
        </a:p>
      </dgm:t>
    </dgm:pt>
    <dgm:pt modelId="{F2EDD305-A6D8-435F-8214-AB52392795F7}" type="sibTrans" cxnId="{6C3C1D0D-0641-43D1-B95E-C865B3FEA7A4}">
      <dgm:prSet/>
      <dgm:spPr/>
      <dgm:t>
        <a:bodyPr/>
        <a:lstStyle/>
        <a:p>
          <a:endParaRPr lang="en-GB"/>
        </a:p>
      </dgm:t>
    </dgm:pt>
    <dgm:pt modelId="{76C742BD-43C6-449C-9C6C-C328B9F03FBF}">
      <dgm:prSet/>
      <dgm:spPr/>
      <dgm:t>
        <a:bodyPr/>
        <a:lstStyle/>
        <a:p>
          <a:r>
            <a:rPr lang="en-GB" b="1" dirty="0"/>
            <a:t>Results</a:t>
          </a:r>
          <a:endParaRPr lang="en-GB" dirty="0"/>
        </a:p>
      </dgm:t>
    </dgm:pt>
    <dgm:pt modelId="{4AC0B8EC-6FA0-4B8C-8203-67EA834C327C}" type="parTrans" cxnId="{E2831CB7-C7AA-432D-ADF2-A5F3E4E186B7}">
      <dgm:prSet/>
      <dgm:spPr/>
      <dgm:t>
        <a:bodyPr/>
        <a:lstStyle/>
        <a:p>
          <a:endParaRPr lang="en-GB"/>
        </a:p>
      </dgm:t>
    </dgm:pt>
    <dgm:pt modelId="{BBEF7DFA-DA18-459A-A1D8-C89145E64C58}" type="sibTrans" cxnId="{E2831CB7-C7AA-432D-ADF2-A5F3E4E186B7}">
      <dgm:prSet/>
      <dgm:spPr/>
      <dgm:t>
        <a:bodyPr/>
        <a:lstStyle/>
        <a:p>
          <a:endParaRPr lang="en-GB"/>
        </a:p>
      </dgm:t>
    </dgm:pt>
    <dgm:pt modelId="{17B327FE-D9F5-4E67-8CFD-EDE1E66E7D53}">
      <dgm:prSet/>
      <dgm:spPr/>
      <dgm:t>
        <a:bodyPr/>
        <a:lstStyle/>
        <a:p>
          <a:r>
            <a:rPr lang="en-GB" dirty="0"/>
            <a:t>R² = </a:t>
          </a:r>
          <a:r>
            <a:rPr lang="en-GB" b="1" dirty="0"/>
            <a:t>0.827</a:t>
          </a:r>
          <a:r>
            <a:rPr lang="en-GB" dirty="0"/>
            <a:t> </a:t>
          </a:r>
        </a:p>
      </dgm:t>
    </dgm:pt>
    <dgm:pt modelId="{548CED30-53D2-48FA-B2E3-23D7438EDCA9}" type="parTrans" cxnId="{724A2109-4E01-4176-BCF7-27F78EDC2ADB}">
      <dgm:prSet/>
      <dgm:spPr/>
      <dgm:t>
        <a:bodyPr/>
        <a:lstStyle/>
        <a:p>
          <a:endParaRPr lang="en-GB"/>
        </a:p>
      </dgm:t>
    </dgm:pt>
    <dgm:pt modelId="{45AAE8CC-0C10-45B6-9EC7-789030D9581A}" type="sibTrans" cxnId="{724A2109-4E01-4176-BCF7-27F78EDC2ADB}">
      <dgm:prSet/>
      <dgm:spPr/>
      <dgm:t>
        <a:bodyPr/>
        <a:lstStyle/>
        <a:p>
          <a:endParaRPr lang="en-GB"/>
        </a:p>
      </dgm:t>
    </dgm:pt>
    <dgm:pt modelId="{91AC08EE-DA30-4B52-B486-E145B1B5875B}">
      <dgm:prSet/>
      <dgm:spPr/>
      <dgm:t>
        <a:bodyPr/>
        <a:lstStyle/>
        <a:p>
          <a:r>
            <a:rPr lang="en-GB" dirty="0"/>
            <a:t>F-statistic</a:t>
          </a:r>
        </a:p>
      </dgm:t>
    </dgm:pt>
    <dgm:pt modelId="{29B449C2-FEEF-400D-AEAE-F71C0B3E9E12}" type="parTrans" cxnId="{B29C9BA9-6AB7-4A75-A3C0-BDAD974C78BB}">
      <dgm:prSet/>
      <dgm:spPr/>
      <dgm:t>
        <a:bodyPr/>
        <a:lstStyle/>
        <a:p>
          <a:endParaRPr lang="en-GB"/>
        </a:p>
      </dgm:t>
    </dgm:pt>
    <dgm:pt modelId="{497914F8-6CD3-425E-9B81-0E45914F7636}" type="sibTrans" cxnId="{B29C9BA9-6AB7-4A75-A3C0-BDAD974C78BB}">
      <dgm:prSet/>
      <dgm:spPr/>
      <dgm:t>
        <a:bodyPr/>
        <a:lstStyle/>
        <a:p>
          <a:endParaRPr lang="en-GB"/>
        </a:p>
      </dgm:t>
    </dgm:pt>
    <dgm:pt modelId="{10943488-32B6-46BE-B515-0C5E74551B4F}">
      <dgm:prSet/>
      <dgm:spPr/>
      <dgm:t>
        <a:bodyPr/>
        <a:lstStyle/>
        <a:p>
          <a:r>
            <a:rPr lang="en-GB" b="1" dirty="0"/>
            <a:t>Coefficients</a:t>
          </a:r>
          <a:endParaRPr lang="en-GB" dirty="0"/>
        </a:p>
      </dgm:t>
    </dgm:pt>
    <dgm:pt modelId="{5A65B1AD-7C5F-4056-8759-500219C173DE}" type="parTrans" cxnId="{16525728-A717-4AEE-991C-BF160EA69E9F}">
      <dgm:prSet/>
      <dgm:spPr/>
      <dgm:t>
        <a:bodyPr/>
        <a:lstStyle/>
        <a:p>
          <a:endParaRPr lang="en-GB"/>
        </a:p>
      </dgm:t>
    </dgm:pt>
    <dgm:pt modelId="{34A25A42-5F3E-48C5-BEC4-7242043422CF}" type="sibTrans" cxnId="{16525728-A717-4AEE-991C-BF160EA69E9F}">
      <dgm:prSet/>
      <dgm:spPr/>
      <dgm:t>
        <a:bodyPr/>
        <a:lstStyle/>
        <a:p>
          <a:endParaRPr lang="en-GB"/>
        </a:p>
      </dgm:t>
    </dgm:pt>
    <dgm:pt modelId="{9A42DF0C-4942-46FD-92F4-FAA0A14BF73C}">
      <dgm:prSet/>
      <dgm:spPr/>
      <dgm:t>
        <a:bodyPr/>
        <a:lstStyle/>
        <a:p>
          <a:r>
            <a:rPr lang="en-GB"/>
            <a:t>Income = </a:t>
          </a:r>
          <a:r>
            <a:rPr lang="en-GB" b="1"/>
            <a:t>33.98</a:t>
          </a:r>
          <a:r>
            <a:rPr lang="en-GB"/>
            <a:t> </a:t>
          </a:r>
        </a:p>
      </dgm:t>
    </dgm:pt>
    <dgm:pt modelId="{B80C053C-9D87-468A-BC3E-D0BDAB455EDE}" type="parTrans" cxnId="{AB9921E0-0A96-4A67-99AE-6C1F138CC5BE}">
      <dgm:prSet/>
      <dgm:spPr/>
      <dgm:t>
        <a:bodyPr/>
        <a:lstStyle/>
        <a:p>
          <a:endParaRPr lang="en-GB"/>
        </a:p>
      </dgm:t>
    </dgm:pt>
    <dgm:pt modelId="{5FEC8D95-F942-4561-8E6E-0925C8697913}" type="sibTrans" cxnId="{AB9921E0-0A96-4A67-99AE-6C1F138CC5BE}">
      <dgm:prSet/>
      <dgm:spPr/>
      <dgm:t>
        <a:bodyPr/>
        <a:lstStyle/>
        <a:p>
          <a:endParaRPr lang="en-GB"/>
        </a:p>
      </dgm:t>
    </dgm:pt>
    <dgm:pt modelId="{EEF629D0-2FB2-43A4-B2DC-53F46165629A}">
      <dgm:prSet/>
      <dgm:spPr/>
      <dgm:t>
        <a:bodyPr/>
        <a:lstStyle/>
        <a:p>
          <a:r>
            <a:rPr lang="en-GB"/>
            <a:t>Spending_score = </a:t>
          </a:r>
          <a:r>
            <a:rPr lang="en-GB" b="1"/>
            <a:t>32.89</a:t>
          </a:r>
          <a:r>
            <a:rPr lang="en-GB"/>
            <a:t> </a:t>
          </a:r>
        </a:p>
      </dgm:t>
    </dgm:pt>
    <dgm:pt modelId="{5F5FABAF-60D1-4164-AF9A-4407D73048BF}" type="parTrans" cxnId="{EC548C90-5AD0-4898-B1CE-9D84DAF4F64F}">
      <dgm:prSet/>
      <dgm:spPr/>
      <dgm:t>
        <a:bodyPr/>
        <a:lstStyle/>
        <a:p>
          <a:endParaRPr lang="en-GB"/>
        </a:p>
      </dgm:t>
    </dgm:pt>
    <dgm:pt modelId="{EEDF3E58-0D5A-4D11-A54B-0F64B21785AC}" type="sibTrans" cxnId="{EC548C90-5AD0-4898-B1CE-9D84DAF4F64F}">
      <dgm:prSet/>
      <dgm:spPr/>
      <dgm:t>
        <a:bodyPr/>
        <a:lstStyle/>
        <a:p>
          <a:endParaRPr lang="en-GB"/>
        </a:p>
      </dgm:t>
    </dgm:pt>
    <dgm:pt modelId="{1F2FB1A6-143F-4A13-AC37-49EC91699C2F}">
      <dgm:prSet/>
      <dgm:spPr/>
      <dgm:t>
        <a:bodyPr/>
        <a:lstStyle/>
        <a:p>
          <a:r>
            <a:rPr lang="en-GB" b="1" dirty="0"/>
            <a:t>Insight</a:t>
          </a:r>
          <a:endParaRPr lang="en-GB" dirty="0"/>
        </a:p>
      </dgm:t>
    </dgm:pt>
    <dgm:pt modelId="{5FB92B54-81DB-419A-8EF2-AC4C19FAEC02}" type="parTrans" cxnId="{0016BE2B-1417-4F43-A539-F648B95DEBFA}">
      <dgm:prSet/>
      <dgm:spPr/>
      <dgm:t>
        <a:bodyPr/>
        <a:lstStyle/>
        <a:p>
          <a:endParaRPr lang="en-GB"/>
        </a:p>
      </dgm:t>
    </dgm:pt>
    <dgm:pt modelId="{DBE519BE-14FD-4241-AB1A-E60364FCE0EC}" type="sibTrans" cxnId="{0016BE2B-1417-4F43-A539-F648B95DEBFA}">
      <dgm:prSet/>
      <dgm:spPr/>
      <dgm:t>
        <a:bodyPr/>
        <a:lstStyle/>
        <a:p>
          <a:endParaRPr lang="en-GB"/>
        </a:p>
      </dgm:t>
    </dgm:pt>
    <dgm:pt modelId="{E9F4C8A2-2DA6-47A7-9988-B8783D5DA494}">
      <dgm:prSet/>
      <dgm:spPr/>
      <dgm:t>
        <a:bodyPr/>
        <a:lstStyle/>
        <a:p>
          <a:r>
            <a:rPr lang="en-GB" dirty="0"/>
            <a:t>Both income and spending significantly contribute to loyalty prediction.</a:t>
          </a:r>
        </a:p>
      </dgm:t>
    </dgm:pt>
    <dgm:pt modelId="{AAE7C9BC-9FFA-483D-B7FD-52504D55AB81}" type="parTrans" cxnId="{47D7B261-8756-4CF4-A218-F5C7A961346E}">
      <dgm:prSet/>
      <dgm:spPr/>
      <dgm:t>
        <a:bodyPr/>
        <a:lstStyle/>
        <a:p>
          <a:endParaRPr lang="en-GB"/>
        </a:p>
      </dgm:t>
    </dgm:pt>
    <dgm:pt modelId="{487040C8-65B6-48B6-8727-56C28753D8EB}" type="sibTrans" cxnId="{47D7B261-8756-4CF4-A218-F5C7A961346E}">
      <dgm:prSet/>
      <dgm:spPr/>
      <dgm:t>
        <a:bodyPr/>
        <a:lstStyle/>
        <a:p>
          <a:endParaRPr lang="en-GB"/>
        </a:p>
      </dgm:t>
    </dgm:pt>
    <dgm:pt modelId="{AF7981B3-1EFD-4FFD-9F1C-CC42398ECA7B}">
      <dgm:prSet/>
      <dgm:spPr/>
      <dgm:t>
        <a:bodyPr/>
        <a:lstStyle/>
        <a:p>
          <a:r>
            <a:rPr lang="en-GB" dirty="0"/>
            <a:t>p-value = </a:t>
          </a:r>
          <a:r>
            <a:rPr lang="en-GB" b="1" dirty="0"/>
            <a:t>0.00</a:t>
          </a:r>
          <a:r>
            <a:rPr lang="en-GB" dirty="0"/>
            <a:t> (highly significant) </a:t>
          </a:r>
        </a:p>
      </dgm:t>
    </dgm:pt>
    <dgm:pt modelId="{FC373068-1569-4C75-ADC9-8CF9FB5E9220}" type="parTrans" cxnId="{4AFC8318-3712-4465-890F-CC33671803E7}">
      <dgm:prSet/>
      <dgm:spPr/>
      <dgm:t>
        <a:bodyPr/>
        <a:lstStyle/>
        <a:p>
          <a:endParaRPr lang="en-GB"/>
        </a:p>
      </dgm:t>
    </dgm:pt>
    <dgm:pt modelId="{E15BF432-2B77-41DA-B65B-D9667E5F8471}" type="sibTrans" cxnId="{4AFC8318-3712-4465-890F-CC33671803E7}">
      <dgm:prSet/>
      <dgm:spPr/>
      <dgm:t>
        <a:bodyPr/>
        <a:lstStyle/>
        <a:p>
          <a:endParaRPr lang="en-GB"/>
        </a:p>
      </dgm:t>
    </dgm:pt>
    <dgm:pt modelId="{362E0879-B0C3-4A70-A8AA-1B073D191397}" type="pres">
      <dgm:prSet presAssocID="{F4F3B6BF-9DC7-4E87-8109-CB16DC8830AF}" presName="Name0" presStyleCnt="0">
        <dgm:presLayoutVars>
          <dgm:dir/>
          <dgm:animLvl val="lvl"/>
          <dgm:resizeHandles val="exact"/>
        </dgm:presLayoutVars>
      </dgm:prSet>
      <dgm:spPr/>
    </dgm:pt>
    <dgm:pt modelId="{69EA43EC-18D2-4A36-AF7D-213F48E12488}" type="pres">
      <dgm:prSet presAssocID="{E2DA63A4-5D14-42C8-BAB2-CA5584DC0AD5}" presName="composite" presStyleCnt="0"/>
      <dgm:spPr/>
    </dgm:pt>
    <dgm:pt modelId="{E4DB0C65-9421-4548-996E-3AEC73607BFC}" type="pres">
      <dgm:prSet presAssocID="{E2DA63A4-5D14-42C8-BAB2-CA5584DC0AD5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70C149A8-2EC2-48AA-A31E-5EB0913922E4}" type="pres">
      <dgm:prSet presAssocID="{E2DA63A4-5D14-42C8-BAB2-CA5584DC0AD5}" presName="desTx" presStyleLbl="alignAccFollowNode1" presStyleIdx="0" presStyleCnt="4">
        <dgm:presLayoutVars>
          <dgm:bulletEnabled val="1"/>
        </dgm:presLayoutVars>
      </dgm:prSet>
      <dgm:spPr/>
    </dgm:pt>
    <dgm:pt modelId="{2D922E24-04F5-45F4-B2F7-21CD1DC83176}" type="pres">
      <dgm:prSet presAssocID="{1D4BAE99-8B8D-4581-9C35-11D5C5F05A08}" presName="space" presStyleCnt="0"/>
      <dgm:spPr/>
    </dgm:pt>
    <dgm:pt modelId="{60204C35-8A5C-4112-9B85-0EE5EA23F991}" type="pres">
      <dgm:prSet presAssocID="{76C742BD-43C6-449C-9C6C-C328B9F03FBF}" presName="composite" presStyleCnt="0"/>
      <dgm:spPr/>
    </dgm:pt>
    <dgm:pt modelId="{7273B79B-1937-451F-862C-0BA845CC5F4A}" type="pres">
      <dgm:prSet presAssocID="{76C742BD-43C6-449C-9C6C-C328B9F03FBF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E1206727-B745-42B5-8F51-F4D554B432F2}" type="pres">
      <dgm:prSet presAssocID="{76C742BD-43C6-449C-9C6C-C328B9F03FBF}" presName="desTx" presStyleLbl="alignAccFollowNode1" presStyleIdx="1" presStyleCnt="4">
        <dgm:presLayoutVars>
          <dgm:bulletEnabled val="1"/>
        </dgm:presLayoutVars>
      </dgm:prSet>
      <dgm:spPr/>
    </dgm:pt>
    <dgm:pt modelId="{1520E9DE-7C4B-467C-B63E-946D3C99DAA9}" type="pres">
      <dgm:prSet presAssocID="{BBEF7DFA-DA18-459A-A1D8-C89145E64C58}" presName="space" presStyleCnt="0"/>
      <dgm:spPr/>
    </dgm:pt>
    <dgm:pt modelId="{A4FC2E3E-80E3-4878-8182-E859A1C25AF1}" type="pres">
      <dgm:prSet presAssocID="{10943488-32B6-46BE-B515-0C5E74551B4F}" presName="composite" presStyleCnt="0"/>
      <dgm:spPr/>
    </dgm:pt>
    <dgm:pt modelId="{0F8BA1BD-1169-482A-8336-9FD8D1D9C9E9}" type="pres">
      <dgm:prSet presAssocID="{10943488-32B6-46BE-B515-0C5E74551B4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5E43B422-1C67-4FF1-B6B6-E5C0E6F45CF5}" type="pres">
      <dgm:prSet presAssocID="{10943488-32B6-46BE-B515-0C5E74551B4F}" presName="desTx" presStyleLbl="alignAccFollowNode1" presStyleIdx="2" presStyleCnt="4">
        <dgm:presLayoutVars>
          <dgm:bulletEnabled val="1"/>
        </dgm:presLayoutVars>
      </dgm:prSet>
      <dgm:spPr/>
    </dgm:pt>
    <dgm:pt modelId="{9DBB7817-83F4-4075-810F-A875CA87DC91}" type="pres">
      <dgm:prSet presAssocID="{34A25A42-5F3E-48C5-BEC4-7242043422CF}" presName="space" presStyleCnt="0"/>
      <dgm:spPr/>
    </dgm:pt>
    <dgm:pt modelId="{163CE2F7-581A-4F25-81E6-F0E60DF45870}" type="pres">
      <dgm:prSet presAssocID="{1F2FB1A6-143F-4A13-AC37-49EC91699C2F}" presName="composite" presStyleCnt="0"/>
      <dgm:spPr/>
    </dgm:pt>
    <dgm:pt modelId="{DEFCE8B2-E84D-4280-AE37-670044CDE6A2}" type="pres">
      <dgm:prSet presAssocID="{1F2FB1A6-143F-4A13-AC37-49EC91699C2F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C544F624-EA2B-45A5-865C-E6B9356C2689}" type="pres">
      <dgm:prSet presAssocID="{1F2FB1A6-143F-4A13-AC37-49EC91699C2F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3A855C00-789C-45DC-B4BB-06EBEDA58FD3}" srcId="{F4F3B6BF-9DC7-4E87-8109-CB16DC8830AF}" destId="{E2DA63A4-5D14-42C8-BAB2-CA5584DC0AD5}" srcOrd="0" destOrd="0" parTransId="{9C19F725-DDB6-47C9-81F2-508A121E887D}" sibTransId="{1D4BAE99-8B8D-4581-9C35-11D5C5F05A08}"/>
    <dgm:cxn modelId="{66944C06-EFB4-4706-A7D6-69691589D42F}" type="presOf" srcId="{F4F3B6BF-9DC7-4E87-8109-CB16DC8830AF}" destId="{362E0879-B0C3-4A70-A8AA-1B073D191397}" srcOrd="0" destOrd="0" presId="urn:microsoft.com/office/officeart/2005/8/layout/hList1"/>
    <dgm:cxn modelId="{724A2109-4E01-4176-BCF7-27F78EDC2ADB}" srcId="{76C742BD-43C6-449C-9C6C-C328B9F03FBF}" destId="{17B327FE-D9F5-4E67-8CFD-EDE1E66E7D53}" srcOrd="0" destOrd="0" parTransId="{548CED30-53D2-48FA-B2E3-23D7438EDCA9}" sibTransId="{45AAE8CC-0C10-45B6-9EC7-789030D9581A}"/>
    <dgm:cxn modelId="{6C3C1D0D-0641-43D1-B95E-C865B3FEA7A4}" srcId="{E2DA63A4-5D14-42C8-BAB2-CA5584DC0AD5}" destId="{A133C530-2F9E-4576-AF91-96CF47B29806}" srcOrd="1" destOrd="0" parTransId="{A8EEC637-B522-4EE1-BD05-48888036B16D}" sibTransId="{F2EDD305-A6D8-435F-8214-AB52392795F7}"/>
    <dgm:cxn modelId="{4AFC8318-3712-4465-890F-CC33671803E7}" srcId="{76C742BD-43C6-449C-9C6C-C328B9F03FBF}" destId="{AF7981B3-1EFD-4FFD-9F1C-CC42398ECA7B}" srcOrd="2" destOrd="0" parTransId="{FC373068-1569-4C75-ADC9-8CF9FB5E9220}" sibTransId="{E15BF432-2B77-41DA-B65B-D9667E5F8471}"/>
    <dgm:cxn modelId="{5EB1A022-6673-41F5-BE95-1C3C8E95E9B0}" type="presOf" srcId="{91AC08EE-DA30-4B52-B486-E145B1B5875B}" destId="{E1206727-B745-42B5-8F51-F4D554B432F2}" srcOrd="0" destOrd="1" presId="urn:microsoft.com/office/officeart/2005/8/layout/hList1"/>
    <dgm:cxn modelId="{4F995024-1C32-4E56-97C8-956BEAFD16D4}" type="presOf" srcId="{A133C530-2F9E-4576-AF91-96CF47B29806}" destId="{70C149A8-2EC2-48AA-A31E-5EB0913922E4}" srcOrd="0" destOrd="1" presId="urn:microsoft.com/office/officeart/2005/8/layout/hList1"/>
    <dgm:cxn modelId="{16525728-A717-4AEE-991C-BF160EA69E9F}" srcId="{F4F3B6BF-9DC7-4E87-8109-CB16DC8830AF}" destId="{10943488-32B6-46BE-B515-0C5E74551B4F}" srcOrd="2" destOrd="0" parTransId="{5A65B1AD-7C5F-4056-8759-500219C173DE}" sibTransId="{34A25A42-5F3E-48C5-BEC4-7242043422CF}"/>
    <dgm:cxn modelId="{0016BE2B-1417-4F43-A539-F648B95DEBFA}" srcId="{F4F3B6BF-9DC7-4E87-8109-CB16DC8830AF}" destId="{1F2FB1A6-143F-4A13-AC37-49EC91699C2F}" srcOrd="3" destOrd="0" parTransId="{5FB92B54-81DB-419A-8EF2-AC4C19FAEC02}" sibTransId="{DBE519BE-14FD-4241-AB1A-E60364FCE0EC}"/>
    <dgm:cxn modelId="{05642930-54F9-440F-9666-0B9B2F68C353}" type="presOf" srcId="{E2DA63A4-5D14-42C8-BAB2-CA5584DC0AD5}" destId="{E4DB0C65-9421-4548-996E-3AEC73607BFC}" srcOrd="0" destOrd="0" presId="urn:microsoft.com/office/officeart/2005/8/layout/hList1"/>
    <dgm:cxn modelId="{C3B7785E-2CF7-49F1-A525-A3D7B7E3FB6A}" type="presOf" srcId="{04B4931B-B9FB-4771-9252-3AD085B04D75}" destId="{70C149A8-2EC2-48AA-A31E-5EB0913922E4}" srcOrd="0" destOrd="0" presId="urn:microsoft.com/office/officeart/2005/8/layout/hList1"/>
    <dgm:cxn modelId="{47D7B261-8756-4CF4-A218-F5C7A961346E}" srcId="{1F2FB1A6-143F-4A13-AC37-49EC91699C2F}" destId="{E9F4C8A2-2DA6-47A7-9988-B8783D5DA494}" srcOrd="0" destOrd="0" parTransId="{AAE7C9BC-9FFA-483D-B7FD-52504D55AB81}" sibTransId="{487040C8-65B6-48B6-8727-56C28753D8EB}"/>
    <dgm:cxn modelId="{AF43E66B-C870-42D4-B003-3D6866072170}" type="presOf" srcId="{9A42DF0C-4942-46FD-92F4-FAA0A14BF73C}" destId="{5E43B422-1C67-4FF1-B6B6-E5C0E6F45CF5}" srcOrd="0" destOrd="0" presId="urn:microsoft.com/office/officeart/2005/8/layout/hList1"/>
    <dgm:cxn modelId="{3C5DF36C-AEDE-4278-8435-96062B0DB542}" type="presOf" srcId="{10943488-32B6-46BE-B515-0C5E74551B4F}" destId="{0F8BA1BD-1169-482A-8336-9FD8D1D9C9E9}" srcOrd="0" destOrd="0" presId="urn:microsoft.com/office/officeart/2005/8/layout/hList1"/>
    <dgm:cxn modelId="{8CB6FC7A-B66B-4DE9-93FF-4E33F68B0741}" type="presOf" srcId="{76C742BD-43C6-449C-9C6C-C328B9F03FBF}" destId="{7273B79B-1937-451F-862C-0BA845CC5F4A}" srcOrd="0" destOrd="0" presId="urn:microsoft.com/office/officeart/2005/8/layout/hList1"/>
    <dgm:cxn modelId="{BE9CFF86-2CD4-448C-B69C-AF9C367D51C8}" type="presOf" srcId="{EEF629D0-2FB2-43A4-B2DC-53F46165629A}" destId="{5E43B422-1C67-4FF1-B6B6-E5C0E6F45CF5}" srcOrd="0" destOrd="1" presId="urn:microsoft.com/office/officeart/2005/8/layout/hList1"/>
    <dgm:cxn modelId="{EC548C90-5AD0-4898-B1CE-9D84DAF4F64F}" srcId="{10943488-32B6-46BE-B515-0C5E74551B4F}" destId="{EEF629D0-2FB2-43A4-B2DC-53F46165629A}" srcOrd="1" destOrd="0" parTransId="{5F5FABAF-60D1-4164-AF9A-4407D73048BF}" sibTransId="{EEDF3E58-0D5A-4D11-A54B-0F64B21785AC}"/>
    <dgm:cxn modelId="{FD85C7A0-3EF3-4D36-9246-325CF4F5DA1F}" srcId="{E2DA63A4-5D14-42C8-BAB2-CA5584DC0AD5}" destId="{04B4931B-B9FB-4771-9252-3AD085B04D75}" srcOrd="0" destOrd="0" parTransId="{A23EB9BD-8464-492A-85F2-9DE771AF2CD0}" sibTransId="{D62B2001-62EF-42B6-82C4-412A5596B51A}"/>
    <dgm:cxn modelId="{B29C9BA9-6AB7-4A75-A3C0-BDAD974C78BB}" srcId="{76C742BD-43C6-449C-9C6C-C328B9F03FBF}" destId="{91AC08EE-DA30-4B52-B486-E145B1B5875B}" srcOrd="1" destOrd="0" parTransId="{29B449C2-FEEF-400D-AEAE-F71C0B3E9E12}" sibTransId="{497914F8-6CD3-425E-9B81-0E45914F7636}"/>
    <dgm:cxn modelId="{E2831CB7-C7AA-432D-ADF2-A5F3E4E186B7}" srcId="{F4F3B6BF-9DC7-4E87-8109-CB16DC8830AF}" destId="{76C742BD-43C6-449C-9C6C-C328B9F03FBF}" srcOrd="1" destOrd="0" parTransId="{4AC0B8EC-6FA0-4B8C-8203-67EA834C327C}" sibTransId="{BBEF7DFA-DA18-459A-A1D8-C89145E64C58}"/>
    <dgm:cxn modelId="{F535CBB8-EDCC-404B-8350-9C0446DD950F}" type="presOf" srcId="{1F2FB1A6-143F-4A13-AC37-49EC91699C2F}" destId="{DEFCE8B2-E84D-4280-AE37-670044CDE6A2}" srcOrd="0" destOrd="0" presId="urn:microsoft.com/office/officeart/2005/8/layout/hList1"/>
    <dgm:cxn modelId="{BE3422B9-53BD-42FF-BE96-E194F9E800CD}" type="presOf" srcId="{17B327FE-D9F5-4E67-8CFD-EDE1E66E7D53}" destId="{E1206727-B745-42B5-8F51-F4D554B432F2}" srcOrd="0" destOrd="0" presId="urn:microsoft.com/office/officeart/2005/8/layout/hList1"/>
    <dgm:cxn modelId="{20277FC0-403F-4A29-98E2-96980409D1D0}" type="presOf" srcId="{E9F4C8A2-2DA6-47A7-9988-B8783D5DA494}" destId="{C544F624-EA2B-45A5-865C-E6B9356C2689}" srcOrd="0" destOrd="0" presId="urn:microsoft.com/office/officeart/2005/8/layout/hList1"/>
    <dgm:cxn modelId="{AB9921E0-0A96-4A67-99AE-6C1F138CC5BE}" srcId="{10943488-32B6-46BE-B515-0C5E74551B4F}" destId="{9A42DF0C-4942-46FD-92F4-FAA0A14BF73C}" srcOrd="0" destOrd="0" parTransId="{B80C053C-9D87-468A-BC3E-D0BDAB455EDE}" sibTransId="{5FEC8D95-F942-4561-8E6E-0925C8697913}"/>
    <dgm:cxn modelId="{616BA7E7-D374-4C8F-A25A-6D70055F55E1}" type="presOf" srcId="{AF7981B3-1EFD-4FFD-9F1C-CC42398ECA7B}" destId="{E1206727-B745-42B5-8F51-F4D554B432F2}" srcOrd="0" destOrd="2" presId="urn:microsoft.com/office/officeart/2005/8/layout/hList1"/>
    <dgm:cxn modelId="{B1C136E7-FCF3-4D76-9D5E-414BEEE21683}" type="presParOf" srcId="{362E0879-B0C3-4A70-A8AA-1B073D191397}" destId="{69EA43EC-18D2-4A36-AF7D-213F48E12488}" srcOrd="0" destOrd="0" presId="urn:microsoft.com/office/officeart/2005/8/layout/hList1"/>
    <dgm:cxn modelId="{8C96F7B2-D553-4676-BAD9-284C865B5D31}" type="presParOf" srcId="{69EA43EC-18D2-4A36-AF7D-213F48E12488}" destId="{E4DB0C65-9421-4548-996E-3AEC73607BFC}" srcOrd="0" destOrd="0" presId="urn:microsoft.com/office/officeart/2005/8/layout/hList1"/>
    <dgm:cxn modelId="{8AA90D2F-C615-413A-B580-59C4F77EC71C}" type="presParOf" srcId="{69EA43EC-18D2-4A36-AF7D-213F48E12488}" destId="{70C149A8-2EC2-48AA-A31E-5EB0913922E4}" srcOrd="1" destOrd="0" presId="urn:microsoft.com/office/officeart/2005/8/layout/hList1"/>
    <dgm:cxn modelId="{03CF0A40-E221-4FEC-A9BE-692200814151}" type="presParOf" srcId="{362E0879-B0C3-4A70-A8AA-1B073D191397}" destId="{2D922E24-04F5-45F4-B2F7-21CD1DC83176}" srcOrd="1" destOrd="0" presId="urn:microsoft.com/office/officeart/2005/8/layout/hList1"/>
    <dgm:cxn modelId="{F3B6C83B-B15A-4A84-A2F1-A1325C7DF966}" type="presParOf" srcId="{362E0879-B0C3-4A70-A8AA-1B073D191397}" destId="{60204C35-8A5C-4112-9B85-0EE5EA23F991}" srcOrd="2" destOrd="0" presId="urn:microsoft.com/office/officeart/2005/8/layout/hList1"/>
    <dgm:cxn modelId="{F80847C2-4BC2-4C7D-A5FF-EAA76ED1DB58}" type="presParOf" srcId="{60204C35-8A5C-4112-9B85-0EE5EA23F991}" destId="{7273B79B-1937-451F-862C-0BA845CC5F4A}" srcOrd="0" destOrd="0" presId="urn:microsoft.com/office/officeart/2005/8/layout/hList1"/>
    <dgm:cxn modelId="{9DF725E7-623A-4DFD-982E-84ED9C9C6A1E}" type="presParOf" srcId="{60204C35-8A5C-4112-9B85-0EE5EA23F991}" destId="{E1206727-B745-42B5-8F51-F4D554B432F2}" srcOrd="1" destOrd="0" presId="urn:microsoft.com/office/officeart/2005/8/layout/hList1"/>
    <dgm:cxn modelId="{7B7B2790-C9AF-473C-9975-B03A0CF0C038}" type="presParOf" srcId="{362E0879-B0C3-4A70-A8AA-1B073D191397}" destId="{1520E9DE-7C4B-467C-B63E-946D3C99DAA9}" srcOrd="3" destOrd="0" presId="urn:microsoft.com/office/officeart/2005/8/layout/hList1"/>
    <dgm:cxn modelId="{7CBD2AE3-7562-4530-8E74-BB29B80C8D07}" type="presParOf" srcId="{362E0879-B0C3-4A70-A8AA-1B073D191397}" destId="{A4FC2E3E-80E3-4878-8182-E859A1C25AF1}" srcOrd="4" destOrd="0" presId="urn:microsoft.com/office/officeart/2005/8/layout/hList1"/>
    <dgm:cxn modelId="{F40D1ABE-0C3B-4B4C-BD43-4BEAF01BDF12}" type="presParOf" srcId="{A4FC2E3E-80E3-4878-8182-E859A1C25AF1}" destId="{0F8BA1BD-1169-482A-8336-9FD8D1D9C9E9}" srcOrd="0" destOrd="0" presId="urn:microsoft.com/office/officeart/2005/8/layout/hList1"/>
    <dgm:cxn modelId="{27E1ACBE-847D-4BD0-AADF-CC07B75F1BCB}" type="presParOf" srcId="{A4FC2E3E-80E3-4878-8182-E859A1C25AF1}" destId="{5E43B422-1C67-4FF1-B6B6-E5C0E6F45CF5}" srcOrd="1" destOrd="0" presId="urn:microsoft.com/office/officeart/2005/8/layout/hList1"/>
    <dgm:cxn modelId="{7C4669BF-FE3D-41E6-B70C-F610BC88E310}" type="presParOf" srcId="{362E0879-B0C3-4A70-A8AA-1B073D191397}" destId="{9DBB7817-83F4-4075-810F-A875CA87DC91}" srcOrd="5" destOrd="0" presId="urn:microsoft.com/office/officeart/2005/8/layout/hList1"/>
    <dgm:cxn modelId="{B7B4807C-A234-4E66-BC9F-07F63AD841AC}" type="presParOf" srcId="{362E0879-B0C3-4A70-A8AA-1B073D191397}" destId="{163CE2F7-581A-4F25-81E6-F0E60DF45870}" srcOrd="6" destOrd="0" presId="urn:microsoft.com/office/officeart/2005/8/layout/hList1"/>
    <dgm:cxn modelId="{B77C2868-4A1D-462D-953A-AD6AC3E24983}" type="presParOf" srcId="{163CE2F7-581A-4F25-81E6-F0E60DF45870}" destId="{DEFCE8B2-E84D-4280-AE37-670044CDE6A2}" srcOrd="0" destOrd="0" presId="urn:microsoft.com/office/officeart/2005/8/layout/hList1"/>
    <dgm:cxn modelId="{66AE798A-6558-4D81-A682-EB2358E397A5}" type="presParOf" srcId="{163CE2F7-581A-4F25-81E6-F0E60DF45870}" destId="{C544F624-EA2B-45A5-865C-E6B9356C268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C1CB8F-19EE-41E5-8087-0319F6E9B755}" type="doc">
      <dgm:prSet loTypeId="urn:microsoft.com/office/officeart/2005/8/layout/h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AC8BA62-D3F1-4A07-8A6C-77543F90537A}">
      <dgm:prSet phldrT="[Text]"/>
      <dgm:spPr/>
      <dgm:t>
        <a:bodyPr/>
        <a:lstStyle/>
        <a:p>
          <a:pPr>
            <a:buNone/>
          </a:pPr>
          <a:r>
            <a:rPr lang="en-GB" dirty="0"/>
            <a:t>Residuals </a:t>
          </a:r>
        </a:p>
      </dgm:t>
    </dgm:pt>
    <dgm:pt modelId="{12E3612F-67F0-4AEA-A39D-95C539809224}" type="parTrans" cxnId="{9ECD33C6-6AAB-40A0-85B5-E677B3F67DA0}">
      <dgm:prSet/>
      <dgm:spPr/>
      <dgm:t>
        <a:bodyPr/>
        <a:lstStyle/>
        <a:p>
          <a:endParaRPr lang="en-GB"/>
        </a:p>
      </dgm:t>
    </dgm:pt>
    <dgm:pt modelId="{CC90038D-37BC-4080-9CF4-7E5C68B24862}" type="sibTrans" cxnId="{9ECD33C6-6AAB-40A0-85B5-E677B3F67DA0}">
      <dgm:prSet/>
      <dgm:spPr/>
      <dgm:t>
        <a:bodyPr/>
        <a:lstStyle/>
        <a:p>
          <a:endParaRPr lang="en-GB"/>
        </a:p>
      </dgm:t>
    </dgm:pt>
    <dgm:pt modelId="{E2461EE8-DAF0-4E14-A652-72AFD09E08BE}">
      <dgm:prSet phldrT="[Text]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GB" dirty="0"/>
            <a:t>Non-linearity present </a:t>
          </a:r>
        </a:p>
      </dgm:t>
    </dgm:pt>
    <dgm:pt modelId="{7820E886-4195-4748-BDAE-E83C1155452B}" type="parTrans" cxnId="{5CDF864C-D58B-47FE-B3B6-97EECBB90FC3}">
      <dgm:prSet/>
      <dgm:spPr/>
      <dgm:t>
        <a:bodyPr/>
        <a:lstStyle/>
        <a:p>
          <a:endParaRPr lang="en-GB"/>
        </a:p>
      </dgm:t>
    </dgm:pt>
    <dgm:pt modelId="{CBE7E1A1-7CC7-4005-8517-BCE3D5C99A07}" type="sibTrans" cxnId="{5CDF864C-D58B-47FE-B3B6-97EECBB90FC3}">
      <dgm:prSet/>
      <dgm:spPr/>
      <dgm:t>
        <a:bodyPr/>
        <a:lstStyle/>
        <a:p>
          <a:endParaRPr lang="en-GB"/>
        </a:p>
      </dgm:t>
    </dgm:pt>
    <dgm:pt modelId="{317F5D8D-C0BC-4A93-9E76-E8B5BFBECAF7}">
      <dgm:prSet phldrT="[Text]"/>
      <dgm:spPr/>
      <dgm:t>
        <a:bodyPr/>
        <a:lstStyle/>
        <a:p>
          <a:pPr>
            <a:buSzPts val="1000"/>
            <a:buFont typeface="Arial" panose="020B0604020202020204" pitchFamily="34" charset="0"/>
            <a:buNone/>
          </a:pPr>
          <a:r>
            <a:rPr lang="en-GB" dirty="0"/>
            <a:t>Heteroscedasticity present </a:t>
          </a:r>
        </a:p>
      </dgm:t>
    </dgm:pt>
    <dgm:pt modelId="{FCF63FA4-095C-4E4F-94FB-1EAD8FFC9422}" type="parTrans" cxnId="{E8667536-DA55-47F9-AA7B-7B059F001A64}">
      <dgm:prSet/>
      <dgm:spPr/>
      <dgm:t>
        <a:bodyPr/>
        <a:lstStyle/>
        <a:p>
          <a:endParaRPr lang="en-GB"/>
        </a:p>
      </dgm:t>
    </dgm:pt>
    <dgm:pt modelId="{7AC30FFF-87C9-40CE-A21D-906635E22EDE}" type="sibTrans" cxnId="{E8667536-DA55-47F9-AA7B-7B059F001A64}">
      <dgm:prSet/>
      <dgm:spPr/>
      <dgm:t>
        <a:bodyPr/>
        <a:lstStyle/>
        <a:p>
          <a:endParaRPr lang="en-GB"/>
        </a:p>
      </dgm:t>
    </dgm:pt>
    <dgm:pt modelId="{23F74272-7B5C-4765-A845-A5811FE372DF}">
      <dgm:prSet phldrT="[Text]"/>
      <dgm:spPr/>
      <dgm:t>
        <a:bodyPr/>
        <a:lstStyle/>
        <a:p>
          <a:pPr>
            <a:buNone/>
          </a:pPr>
          <a:r>
            <a:rPr lang="en-GB" dirty="0"/>
            <a:t>Normality</a:t>
          </a:r>
        </a:p>
      </dgm:t>
    </dgm:pt>
    <dgm:pt modelId="{00EA39CF-42EE-4E0B-99BF-310F95D0CE64}" type="parTrans" cxnId="{DF1E18CD-1A50-4862-9A05-EC6936C4E2A6}">
      <dgm:prSet/>
      <dgm:spPr/>
      <dgm:t>
        <a:bodyPr/>
        <a:lstStyle/>
        <a:p>
          <a:endParaRPr lang="en-GB"/>
        </a:p>
      </dgm:t>
    </dgm:pt>
    <dgm:pt modelId="{49D4A772-6894-4258-96DB-D3239FA5B8C5}" type="sibTrans" cxnId="{DF1E18CD-1A50-4862-9A05-EC6936C4E2A6}">
      <dgm:prSet/>
      <dgm:spPr/>
      <dgm:t>
        <a:bodyPr/>
        <a:lstStyle/>
        <a:p>
          <a:endParaRPr lang="en-GB"/>
        </a:p>
      </dgm:t>
    </dgm:pt>
    <dgm:pt modelId="{1AE5FE4E-BB39-4F48-AED4-AA995930EF77}">
      <dgm:prSet phldrT="[Text]"/>
      <dgm:spPr/>
      <dgm:t>
        <a:bodyPr/>
        <a:lstStyle/>
        <a:p>
          <a:pPr>
            <a:buSzPts val="1000"/>
            <a:buFont typeface="Courier New" panose="02070309020205020404" pitchFamily="49" charset="0"/>
            <a:buNone/>
          </a:pPr>
          <a:r>
            <a:rPr lang="en-GB" dirty="0"/>
            <a:t>    Slight skew, acceptable range </a:t>
          </a:r>
        </a:p>
      </dgm:t>
    </dgm:pt>
    <dgm:pt modelId="{F57D8C54-5D61-4658-96E8-1816181284FB}" type="parTrans" cxnId="{A3EEB011-612D-4AA4-A9C5-5BC72A285820}">
      <dgm:prSet/>
      <dgm:spPr/>
      <dgm:t>
        <a:bodyPr/>
        <a:lstStyle/>
        <a:p>
          <a:endParaRPr lang="en-GB"/>
        </a:p>
      </dgm:t>
    </dgm:pt>
    <dgm:pt modelId="{0DCDBC16-0CE2-4359-8934-C1915ECDCD76}" type="sibTrans" cxnId="{A3EEB011-612D-4AA4-A9C5-5BC72A285820}">
      <dgm:prSet/>
      <dgm:spPr/>
      <dgm:t>
        <a:bodyPr/>
        <a:lstStyle/>
        <a:p>
          <a:endParaRPr lang="en-GB"/>
        </a:p>
      </dgm:t>
    </dgm:pt>
    <dgm:pt modelId="{7E279C81-FBE9-40E2-AB98-702F23555857}">
      <dgm:prSet phldrT="[Text]" phldr="0"/>
      <dgm:spPr/>
      <dgm:t>
        <a:bodyPr/>
        <a:lstStyle/>
        <a:p>
          <a:r>
            <a:rPr lang="en-GB" dirty="0"/>
            <a:t>Insight</a:t>
          </a:r>
        </a:p>
      </dgm:t>
    </dgm:pt>
    <dgm:pt modelId="{A5D424BD-A797-4773-BFDB-F2DD76C8DCA8}" type="parTrans" cxnId="{D5E8A9D3-0C98-428A-8955-976681250F90}">
      <dgm:prSet/>
      <dgm:spPr/>
      <dgm:t>
        <a:bodyPr/>
        <a:lstStyle/>
        <a:p>
          <a:endParaRPr lang="en-GB"/>
        </a:p>
      </dgm:t>
    </dgm:pt>
    <dgm:pt modelId="{CDD98BA6-F381-4220-B469-395DD2FB4392}" type="sibTrans" cxnId="{D5E8A9D3-0C98-428A-8955-976681250F90}">
      <dgm:prSet/>
      <dgm:spPr/>
      <dgm:t>
        <a:bodyPr/>
        <a:lstStyle/>
        <a:p>
          <a:endParaRPr lang="en-GB"/>
        </a:p>
      </dgm:t>
    </dgm:pt>
    <dgm:pt modelId="{62B6A7A9-B3FA-49D6-9D1B-6CEDB66EC446}">
      <dgm:prSet phldrT="[Text]"/>
      <dgm:spPr/>
      <dgm:t>
        <a:bodyPr/>
        <a:lstStyle/>
        <a:p>
          <a:pPr>
            <a:buNone/>
          </a:pPr>
          <a:r>
            <a:rPr lang="en-GB" dirty="0"/>
            <a:t>   Model assumptions are partially satisfied </a:t>
          </a:r>
        </a:p>
      </dgm:t>
    </dgm:pt>
    <dgm:pt modelId="{B5583A23-90E1-4844-9FE4-94F195E8F1EF}" type="parTrans" cxnId="{DEF412BA-D918-495C-A1DB-1BD44D06D824}">
      <dgm:prSet/>
      <dgm:spPr/>
      <dgm:t>
        <a:bodyPr/>
        <a:lstStyle/>
        <a:p>
          <a:endParaRPr lang="en-GB"/>
        </a:p>
      </dgm:t>
    </dgm:pt>
    <dgm:pt modelId="{4CE67A7A-37D3-43B9-8AC9-3110161F5F42}" type="sibTrans" cxnId="{DEF412BA-D918-495C-A1DB-1BD44D06D824}">
      <dgm:prSet/>
      <dgm:spPr/>
      <dgm:t>
        <a:bodyPr/>
        <a:lstStyle/>
        <a:p>
          <a:endParaRPr lang="en-GB"/>
        </a:p>
      </dgm:t>
    </dgm:pt>
    <dgm:pt modelId="{D9ECA9D5-AF3B-42F4-A2F2-91331B97A479}">
      <dgm:prSet phldrT="[Text]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n-GB" dirty="0"/>
        </a:p>
      </dgm:t>
    </dgm:pt>
    <dgm:pt modelId="{89B75F9A-5B4D-4277-B9C3-561CEFB4E38E}" type="parTrans" cxnId="{551CB60B-0107-4D64-A23C-155BCEF9309F}">
      <dgm:prSet/>
      <dgm:spPr/>
      <dgm:t>
        <a:bodyPr/>
        <a:lstStyle/>
        <a:p>
          <a:endParaRPr lang="en-GB"/>
        </a:p>
      </dgm:t>
    </dgm:pt>
    <dgm:pt modelId="{5B5B64AF-328B-4AAA-89ED-3682609E3E08}" type="sibTrans" cxnId="{551CB60B-0107-4D64-A23C-155BCEF9309F}">
      <dgm:prSet/>
      <dgm:spPr/>
      <dgm:t>
        <a:bodyPr/>
        <a:lstStyle/>
        <a:p>
          <a:endParaRPr lang="en-GB"/>
        </a:p>
      </dgm:t>
    </dgm:pt>
    <dgm:pt modelId="{11821654-459C-4726-A9B3-4F3F8F11A132}" type="pres">
      <dgm:prSet presAssocID="{8BC1CB8F-19EE-41E5-8087-0319F6E9B755}" presName="linearFlow" presStyleCnt="0">
        <dgm:presLayoutVars>
          <dgm:dir/>
          <dgm:animLvl val="lvl"/>
          <dgm:resizeHandles/>
        </dgm:presLayoutVars>
      </dgm:prSet>
      <dgm:spPr/>
    </dgm:pt>
    <dgm:pt modelId="{E7D97425-6C8B-4F28-910D-37C7CAFC4FAA}" type="pres">
      <dgm:prSet presAssocID="{3AC8BA62-D3F1-4A07-8A6C-77543F90537A}" presName="compositeNode" presStyleCnt="0">
        <dgm:presLayoutVars>
          <dgm:bulletEnabled val="1"/>
        </dgm:presLayoutVars>
      </dgm:prSet>
      <dgm:spPr/>
    </dgm:pt>
    <dgm:pt modelId="{17A82978-3EF1-464B-9DED-BC3A79236945}" type="pres">
      <dgm:prSet presAssocID="{3AC8BA62-D3F1-4A07-8A6C-77543F90537A}" presName="image" presStyleLbl="fgImgPlace1" presStyleIdx="0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clamation mark with solid fill"/>
        </a:ext>
      </dgm:extLst>
    </dgm:pt>
    <dgm:pt modelId="{81180F96-B924-4D2F-8416-E3FB85C74DB6}" type="pres">
      <dgm:prSet presAssocID="{3AC8BA62-D3F1-4A07-8A6C-77543F90537A}" presName="childNode" presStyleLbl="node1" presStyleIdx="0" presStyleCnt="3">
        <dgm:presLayoutVars>
          <dgm:bulletEnabled val="1"/>
        </dgm:presLayoutVars>
      </dgm:prSet>
      <dgm:spPr/>
    </dgm:pt>
    <dgm:pt modelId="{1CE1600C-53B4-487A-ADD3-A3C7D1FEF0A3}" type="pres">
      <dgm:prSet presAssocID="{3AC8BA62-D3F1-4A07-8A6C-77543F90537A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BA670260-2F25-485E-9117-D009F211C0D4}" type="pres">
      <dgm:prSet presAssocID="{CC90038D-37BC-4080-9CF4-7E5C68B24862}" presName="sibTrans" presStyleCnt="0"/>
      <dgm:spPr/>
    </dgm:pt>
    <dgm:pt modelId="{C12D9EB4-D1DC-43F9-A1FC-C3E37148EBDF}" type="pres">
      <dgm:prSet presAssocID="{23F74272-7B5C-4765-A845-A5811FE372DF}" presName="compositeNode" presStyleCnt="0">
        <dgm:presLayoutVars>
          <dgm:bulletEnabled val="1"/>
        </dgm:presLayoutVars>
      </dgm:prSet>
      <dgm:spPr/>
    </dgm:pt>
    <dgm:pt modelId="{1A47113B-1F87-48F7-B56D-9B127A739595}" type="pres">
      <dgm:prSet presAssocID="{23F74272-7B5C-4765-A845-A5811FE372DF}" presName="image" presStyleLbl="fgImgPlace1" presStyleIdx="1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 with solid fill"/>
        </a:ext>
      </dgm:extLst>
    </dgm:pt>
    <dgm:pt modelId="{F80ACAAD-9E03-410A-B8C5-B4FC7AEBAD72}" type="pres">
      <dgm:prSet presAssocID="{23F74272-7B5C-4765-A845-A5811FE372DF}" presName="childNode" presStyleLbl="node1" presStyleIdx="1" presStyleCnt="3">
        <dgm:presLayoutVars>
          <dgm:bulletEnabled val="1"/>
        </dgm:presLayoutVars>
      </dgm:prSet>
      <dgm:spPr/>
    </dgm:pt>
    <dgm:pt modelId="{1226A4F6-2D63-4753-98B8-FADF2F05B66F}" type="pres">
      <dgm:prSet presAssocID="{23F74272-7B5C-4765-A845-A5811FE372DF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28026BC3-7D6D-4586-B217-4127A7802414}" type="pres">
      <dgm:prSet presAssocID="{49D4A772-6894-4258-96DB-D3239FA5B8C5}" presName="sibTrans" presStyleCnt="0"/>
      <dgm:spPr/>
    </dgm:pt>
    <dgm:pt modelId="{50B28FC8-AC3F-43C5-8621-220B1774E040}" type="pres">
      <dgm:prSet presAssocID="{7E279C81-FBE9-40E2-AB98-702F23555857}" presName="compositeNode" presStyleCnt="0">
        <dgm:presLayoutVars>
          <dgm:bulletEnabled val="1"/>
        </dgm:presLayoutVars>
      </dgm:prSet>
      <dgm:spPr/>
    </dgm:pt>
    <dgm:pt modelId="{F4E99FCA-6305-405A-AF5C-4A8E87887D6B}" type="pres">
      <dgm:prSet presAssocID="{7E279C81-FBE9-40E2-AB98-702F23555857}" presName="image" presStyleLbl="fgImgPlace1" presStyleIdx="2" presStyleCnt="3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 with solid fill"/>
        </a:ext>
      </dgm:extLst>
    </dgm:pt>
    <dgm:pt modelId="{9F735537-A6D4-40E8-B212-720C813431CF}" type="pres">
      <dgm:prSet presAssocID="{7E279C81-FBE9-40E2-AB98-702F23555857}" presName="childNode" presStyleLbl="node1" presStyleIdx="2" presStyleCnt="3">
        <dgm:presLayoutVars>
          <dgm:bulletEnabled val="1"/>
        </dgm:presLayoutVars>
      </dgm:prSet>
      <dgm:spPr/>
    </dgm:pt>
    <dgm:pt modelId="{4D6EFAA6-6A60-402B-84D9-F084A23921E2}" type="pres">
      <dgm:prSet presAssocID="{7E279C81-FBE9-40E2-AB98-702F23555857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554CFB05-C4AB-426D-9F2A-67C65B8248BA}" type="presOf" srcId="{23F74272-7B5C-4765-A845-A5811FE372DF}" destId="{1226A4F6-2D63-4753-98B8-FADF2F05B66F}" srcOrd="0" destOrd="0" presId="urn:microsoft.com/office/officeart/2005/8/layout/hList2"/>
    <dgm:cxn modelId="{551CB60B-0107-4D64-A23C-155BCEF9309F}" srcId="{3AC8BA62-D3F1-4A07-8A6C-77543F90537A}" destId="{D9ECA9D5-AF3B-42F4-A2F2-91331B97A479}" srcOrd="1" destOrd="0" parTransId="{89B75F9A-5B4D-4277-B9C3-561CEFB4E38E}" sibTransId="{5B5B64AF-328B-4AAA-89ED-3682609E3E08}"/>
    <dgm:cxn modelId="{A3EEB011-612D-4AA4-A9C5-5BC72A285820}" srcId="{23F74272-7B5C-4765-A845-A5811FE372DF}" destId="{1AE5FE4E-BB39-4F48-AED4-AA995930EF77}" srcOrd="0" destOrd="0" parTransId="{F57D8C54-5D61-4658-96E8-1816181284FB}" sibTransId="{0DCDBC16-0CE2-4359-8934-C1915ECDCD76}"/>
    <dgm:cxn modelId="{EB9F7223-9619-47B8-8684-069FF6ED2A48}" type="presOf" srcId="{8BC1CB8F-19EE-41E5-8087-0319F6E9B755}" destId="{11821654-459C-4726-A9B3-4F3F8F11A132}" srcOrd="0" destOrd="0" presId="urn:microsoft.com/office/officeart/2005/8/layout/hList2"/>
    <dgm:cxn modelId="{44A4FA2B-1B24-415E-BDF3-0D8BE92DF97C}" type="presOf" srcId="{3AC8BA62-D3F1-4A07-8A6C-77543F90537A}" destId="{1CE1600C-53B4-487A-ADD3-A3C7D1FEF0A3}" srcOrd="0" destOrd="0" presId="urn:microsoft.com/office/officeart/2005/8/layout/hList2"/>
    <dgm:cxn modelId="{E8667536-DA55-47F9-AA7B-7B059F001A64}" srcId="{3AC8BA62-D3F1-4A07-8A6C-77543F90537A}" destId="{317F5D8D-C0BC-4A93-9E76-E8B5BFBECAF7}" srcOrd="2" destOrd="0" parTransId="{FCF63FA4-095C-4E4F-94FB-1EAD8FFC9422}" sibTransId="{7AC30FFF-87C9-40CE-A21D-906635E22EDE}"/>
    <dgm:cxn modelId="{55CBCB3D-E472-4491-BA71-376E1123E905}" type="presOf" srcId="{E2461EE8-DAF0-4E14-A652-72AFD09E08BE}" destId="{81180F96-B924-4D2F-8416-E3FB85C74DB6}" srcOrd="0" destOrd="0" presId="urn:microsoft.com/office/officeart/2005/8/layout/hList2"/>
    <dgm:cxn modelId="{2DEB8B43-F5A1-4C73-9065-96B8BF918B9D}" type="presOf" srcId="{317F5D8D-C0BC-4A93-9E76-E8B5BFBECAF7}" destId="{81180F96-B924-4D2F-8416-E3FB85C74DB6}" srcOrd="0" destOrd="2" presId="urn:microsoft.com/office/officeart/2005/8/layout/hList2"/>
    <dgm:cxn modelId="{5CDF864C-D58B-47FE-B3B6-97EECBB90FC3}" srcId="{3AC8BA62-D3F1-4A07-8A6C-77543F90537A}" destId="{E2461EE8-DAF0-4E14-A652-72AFD09E08BE}" srcOrd="0" destOrd="0" parTransId="{7820E886-4195-4748-BDAE-E83C1155452B}" sibTransId="{CBE7E1A1-7CC7-4005-8517-BCE3D5C99A07}"/>
    <dgm:cxn modelId="{36B76656-77FB-4514-A338-CD418034DBBA}" type="presOf" srcId="{7E279C81-FBE9-40E2-AB98-702F23555857}" destId="{4D6EFAA6-6A60-402B-84D9-F084A23921E2}" srcOrd="0" destOrd="0" presId="urn:microsoft.com/office/officeart/2005/8/layout/hList2"/>
    <dgm:cxn modelId="{DEF412BA-D918-495C-A1DB-1BD44D06D824}" srcId="{7E279C81-FBE9-40E2-AB98-702F23555857}" destId="{62B6A7A9-B3FA-49D6-9D1B-6CEDB66EC446}" srcOrd="0" destOrd="0" parTransId="{B5583A23-90E1-4844-9FE4-94F195E8F1EF}" sibTransId="{4CE67A7A-37D3-43B9-8AC9-3110161F5F42}"/>
    <dgm:cxn modelId="{20F6D4C3-5FC8-41BA-B0B8-97B5C8D7926A}" type="presOf" srcId="{62B6A7A9-B3FA-49D6-9D1B-6CEDB66EC446}" destId="{9F735537-A6D4-40E8-B212-720C813431CF}" srcOrd="0" destOrd="0" presId="urn:microsoft.com/office/officeart/2005/8/layout/hList2"/>
    <dgm:cxn modelId="{9ECD33C6-6AAB-40A0-85B5-E677B3F67DA0}" srcId="{8BC1CB8F-19EE-41E5-8087-0319F6E9B755}" destId="{3AC8BA62-D3F1-4A07-8A6C-77543F90537A}" srcOrd="0" destOrd="0" parTransId="{12E3612F-67F0-4AEA-A39D-95C539809224}" sibTransId="{CC90038D-37BC-4080-9CF4-7E5C68B24862}"/>
    <dgm:cxn modelId="{DF1E18CD-1A50-4862-9A05-EC6936C4E2A6}" srcId="{8BC1CB8F-19EE-41E5-8087-0319F6E9B755}" destId="{23F74272-7B5C-4765-A845-A5811FE372DF}" srcOrd="1" destOrd="0" parTransId="{00EA39CF-42EE-4E0B-99BF-310F95D0CE64}" sibTransId="{49D4A772-6894-4258-96DB-D3239FA5B8C5}"/>
    <dgm:cxn modelId="{D5E8A9D3-0C98-428A-8955-976681250F90}" srcId="{8BC1CB8F-19EE-41E5-8087-0319F6E9B755}" destId="{7E279C81-FBE9-40E2-AB98-702F23555857}" srcOrd="2" destOrd="0" parTransId="{A5D424BD-A797-4773-BFDB-F2DD76C8DCA8}" sibTransId="{CDD98BA6-F381-4220-B469-395DD2FB4392}"/>
    <dgm:cxn modelId="{9F2891EC-A3F5-464C-985E-7FDA46F20726}" type="presOf" srcId="{1AE5FE4E-BB39-4F48-AED4-AA995930EF77}" destId="{F80ACAAD-9E03-410A-B8C5-B4FC7AEBAD72}" srcOrd="0" destOrd="0" presId="urn:microsoft.com/office/officeart/2005/8/layout/hList2"/>
    <dgm:cxn modelId="{BCD976F1-79DB-4FBD-8F4E-23A005B9547E}" type="presOf" srcId="{D9ECA9D5-AF3B-42F4-A2F2-91331B97A479}" destId="{81180F96-B924-4D2F-8416-E3FB85C74DB6}" srcOrd="0" destOrd="1" presId="urn:microsoft.com/office/officeart/2005/8/layout/hList2"/>
    <dgm:cxn modelId="{1B909148-6388-4901-AC64-C3C56F00EB5E}" type="presParOf" srcId="{11821654-459C-4726-A9B3-4F3F8F11A132}" destId="{E7D97425-6C8B-4F28-910D-37C7CAFC4FAA}" srcOrd="0" destOrd="0" presId="urn:microsoft.com/office/officeart/2005/8/layout/hList2"/>
    <dgm:cxn modelId="{E4877FFD-CE8C-4010-96C4-B5C1D5049B04}" type="presParOf" srcId="{E7D97425-6C8B-4F28-910D-37C7CAFC4FAA}" destId="{17A82978-3EF1-464B-9DED-BC3A79236945}" srcOrd="0" destOrd="0" presId="urn:microsoft.com/office/officeart/2005/8/layout/hList2"/>
    <dgm:cxn modelId="{15E6ACE8-116D-40D0-AA63-65973259E6EB}" type="presParOf" srcId="{E7D97425-6C8B-4F28-910D-37C7CAFC4FAA}" destId="{81180F96-B924-4D2F-8416-E3FB85C74DB6}" srcOrd="1" destOrd="0" presId="urn:microsoft.com/office/officeart/2005/8/layout/hList2"/>
    <dgm:cxn modelId="{9868B78E-5E39-4DB2-AA8F-80D6DAC2010F}" type="presParOf" srcId="{E7D97425-6C8B-4F28-910D-37C7CAFC4FAA}" destId="{1CE1600C-53B4-487A-ADD3-A3C7D1FEF0A3}" srcOrd="2" destOrd="0" presId="urn:microsoft.com/office/officeart/2005/8/layout/hList2"/>
    <dgm:cxn modelId="{F5061917-D7FE-4C72-8704-B7E3E3467173}" type="presParOf" srcId="{11821654-459C-4726-A9B3-4F3F8F11A132}" destId="{BA670260-2F25-485E-9117-D009F211C0D4}" srcOrd="1" destOrd="0" presId="urn:microsoft.com/office/officeart/2005/8/layout/hList2"/>
    <dgm:cxn modelId="{D22E67D0-1CBF-496A-9660-28D2AFBCF861}" type="presParOf" srcId="{11821654-459C-4726-A9B3-4F3F8F11A132}" destId="{C12D9EB4-D1DC-43F9-A1FC-C3E37148EBDF}" srcOrd="2" destOrd="0" presId="urn:microsoft.com/office/officeart/2005/8/layout/hList2"/>
    <dgm:cxn modelId="{C9959A6C-1158-4064-B46A-D197C136FF9A}" type="presParOf" srcId="{C12D9EB4-D1DC-43F9-A1FC-C3E37148EBDF}" destId="{1A47113B-1F87-48F7-B56D-9B127A739595}" srcOrd="0" destOrd="0" presId="urn:microsoft.com/office/officeart/2005/8/layout/hList2"/>
    <dgm:cxn modelId="{EB1CF7E4-4D3D-4200-9C65-B493E7AD1E84}" type="presParOf" srcId="{C12D9EB4-D1DC-43F9-A1FC-C3E37148EBDF}" destId="{F80ACAAD-9E03-410A-B8C5-B4FC7AEBAD72}" srcOrd="1" destOrd="0" presId="urn:microsoft.com/office/officeart/2005/8/layout/hList2"/>
    <dgm:cxn modelId="{1056B1DF-3C1B-4DDF-9AAD-9553A257CAD0}" type="presParOf" srcId="{C12D9EB4-D1DC-43F9-A1FC-C3E37148EBDF}" destId="{1226A4F6-2D63-4753-98B8-FADF2F05B66F}" srcOrd="2" destOrd="0" presId="urn:microsoft.com/office/officeart/2005/8/layout/hList2"/>
    <dgm:cxn modelId="{460416AB-9639-4F3D-9313-98B629345D20}" type="presParOf" srcId="{11821654-459C-4726-A9B3-4F3F8F11A132}" destId="{28026BC3-7D6D-4586-B217-4127A7802414}" srcOrd="3" destOrd="0" presId="urn:microsoft.com/office/officeart/2005/8/layout/hList2"/>
    <dgm:cxn modelId="{949F8D1F-5D65-4403-AAC6-79169F2934D1}" type="presParOf" srcId="{11821654-459C-4726-A9B3-4F3F8F11A132}" destId="{50B28FC8-AC3F-43C5-8621-220B1774E040}" srcOrd="4" destOrd="0" presId="urn:microsoft.com/office/officeart/2005/8/layout/hList2"/>
    <dgm:cxn modelId="{025969EE-61BA-410F-AFCE-2915E9F1E461}" type="presParOf" srcId="{50B28FC8-AC3F-43C5-8621-220B1774E040}" destId="{F4E99FCA-6305-405A-AF5C-4A8E87887D6B}" srcOrd="0" destOrd="0" presId="urn:microsoft.com/office/officeart/2005/8/layout/hList2"/>
    <dgm:cxn modelId="{9A00CD03-6163-4582-A5F6-EF405B549A36}" type="presParOf" srcId="{50B28FC8-AC3F-43C5-8621-220B1774E040}" destId="{9F735537-A6D4-40E8-B212-720C813431CF}" srcOrd="1" destOrd="0" presId="urn:microsoft.com/office/officeart/2005/8/layout/hList2"/>
    <dgm:cxn modelId="{DB8B13EE-2BDD-476C-B4BA-1551AC2348C7}" type="presParOf" srcId="{50B28FC8-AC3F-43C5-8621-220B1774E040}" destId="{4D6EFAA6-6A60-402B-84D9-F084A23921E2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8CB16C4-FB64-4ABB-872F-1ACC9181B21A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A1ACEA4C-422B-477E-83C7-D523ECCE07A9}">
      <dgm:prSet phldrT="[Text]" phldr="0" custT="1"/>
      <dgm:spPr/>
      <dgm:t>
        <a:bodyPr/>
        <a:lstStyle/>
        <a:p>
          <a:r>
            <a:rPr lang="en-GB" sz="2000" dirty="0"/>
            <a:t>Stats</a:t>
          </a:r>
        </a:p>
      </dgm:t>
    </dgm:pt>
    <dgm:pt modelId="{F64DF359-D57D-4B9B-A4C3-91481A08D514}" type="parTrans" cxnId="{E32C9389-8536-413E-BD4C-728981DF1DDB}">
      <dgm:prSet/>
      <dgm:spPr/>
      <dgm:t>
        <a:bodyPr/>
        <a:lstStyle/>
        <a:p>
          <a:endParaRPr lang="en-GB"/>
        </a:p>
      </dgm:t>
    </dgm:pt>
    <dgm:pt modelId="{61F63B2E-878F-4AD0-BB05-8ACCDC412DB8}" type="sibTrans" cxnId="{E32C9389-8536-413E-BD4C-728981DF1DDB}">
      <dgm:prSet/>
      <dgm:spPr/>
      <dgm:t>
        <a:bodyPr/>
        <a:lstStyle/>
        <a:p>
          <a:endParaRPr lang="en-GB"/>
        </a:p>
      </dgm:t>
    </dgm:pt>
    <dgm:pt modelId="{38751138-1827-48EF-9485-9FBB91E0B09D}">
      <dgm:prSet phldrT="[Text]" custT="1"/>
      <dgm:spPr/>
      <dgm:t>
        <a:bodyPr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GB" sz="2800" dirty="0"/>
            <a:t>R² = </a:t>
          </a:r>
          <a:r>
            <a:rPr lang="en-GB" sz="2800" b="1" dirty="0"/>
            <a:t>0.882</a:t>
          </a:r>
          <a:r>
            <a:rPr lang="en-GB" sz="2800" dirty="0"/>
            <a:t> </a:t>
          </a:r>
        </a:p>
      </dgm:t>
    </dgm:pt>
    <dgm:pt modelId="{F77199FB-F537-44E9-9BE4-D6D56C1F0511}" type="parTrans" cxnId="{44B6E5AC-9848-40CE-86E0-F23CAD821373}">
      <dgm:prSet/>
      <dgm:spPr/>
      <dgm:t>
        <a:bodyPr/>
        <a:lstStyle/>
        <a:p>
          <a:endParaRPr lang="en-GB"/>
        </a:p>
      </dgm:t>
    </dgm:pt>
    <dgm:pt modelId="{A9AAA79C-0A09-4A37-8A89-3CB93FA5326C}" type="sibTrans" cxnId="{44B6E5AC-9848-40CE-86E0-F23CAD821373}">
      <dgm:prSet/>
      <dgm:spPr/>
      <dgm:t>
        <a:bodyPr/>
        <a:lstStyle/>
        <a:p>
          <a:endParaRPr lang="en-GB"/>
        </a:p>
      </dgm:t>
    </dgm:pt>
    <dgm:pt modelId="{3D4C35B8-D3E8-48F4-8F8D-ECA35D8991AF}">
      <dgm:prSet phldrT="[Text]" custT="1"/>
      <dgm:spPr/>
      <dgm:t>
        <a:bodyPr/>
        <a:lstStyle/>
        <a:p>
          <a:pPr>
            <a:buNone/>
          </a:pPr>
          <a:r>
            <a:rPr lang="en-GB" sz="2000" b="1" dirty="0"/>
            <a:t>Feature importance</a:t>
          </a:r>
          <a:endParaRPr lang="en-GB" sz="2000" dirty="0"/>
        </a:p>
      </dgm:t>
    </dgm:pt>
    <dgm:pt modelId="{8613378B-57CC-4F39-9CFC-54D93C24B1ED}" type="parTrans" cxnId="{F9132C82-2F67-4425-A186-D9CE396D1125}">
      <dgm:prSet/>
      <dgm:spPr/>
      <dgm:t>
        <a:bodyPr/>
        <a:lstStyle/>
        <a:p>
          <a:endParaRPr lang="en-GB"/>
        </a:p>
      </dgm:t>
    </dgm:pt>
    <dgm:pt modelId="{FD2DFDF1-FD05-48FC-B4CC-2CC82D2A9A71}" type="sibTrans" cxnId="{F9132C82-2F67-4425-A186-D9CE396D1125}">
      <dgm:prSet/>
      <dgm:spPr/>
      <dgm:t>
        <a:bodyPr/>
        <a:lstStyle/>
        <a:p>
          <a:endParaRPr lang="en-GB"/>
        </a:p>
      </dgm:t>
    </dgm:pt>
    <dgm:pt modelId="{C1F3B567-8554-46F0-A1D8-20758CA4A47C}">
      <dgm:prSet phldrT="[Text]" custT="1"/>
      <dgm:spPr/>
      <dgm:t>
        <a:bodyPr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GB" sz="2400" dirty="0"/>
            <a:t>Spending → </a:t>
          </a:r>
          <a:r>
            <a:rPr lang="en-GB" sz="2400" b="1" dirty="0"/>
            <a:t>0.515</a:t>
          </a:r>
          <a:r>
            <a:rPr lang="en-GB" sz="2400" dirty="0"/>
            <a:t> </a:t>
          </a:r>
        </a:p>
      </dgm:t>
    </dgm:pt>
    <dgm:pt modelId="{BE61BE77-F677-4F8D-AD22-DE5A69FC72D9}" type="parTrans" cxnId="{88F0C7FA-4A43-4A7E-9EB7-E3B22F65EDF3}">
      <dgm:prSet/>
      <dgm:spPr/>
      <dgm:t>
        <a:bodyPr/>
        <a:lstStyle/>
        <a:p>
          <a:endParaRPr lang="en-GB"/>
        </a:p>
      </dgm:t>
    </dgm:pt>
    <dgm:pt modelId="{3B9EA802-2FC6-4091-ACBC-4AA40DF57087}" type="sibTrans" cxnId="{88F0C7FA-4A43-4A7E-9EB7-E3B22F65EDF3}">
      <dgm:prSet/>
      <dgm:spPr/>
      <dgm:t>
        <a:bodyPr/>
        <a:lstStyle/>
        <a:p>
          <a:endParaRPr lang="en-GB"/>
        </a:p>
      </dgm:t>
    </dgm:pt>
    <dgm:pt modelId="{58CEF4AF-5E3A-441C-AB7F-0F50816BE47A}">
      <dgm:prSet phldrT="[Text]" custT="1"/>
      <dgm:spPr/>
      <dgm:t>
        <a:bodyPr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GB" sz="2400" dirty="0"/>
            <a:t>Income → </a:t>
          </a:r>
          <a:r>
            <a:rPr lang="en-GB" sz="2400" b="1" dirty="0"/>
            <a:t>0.483</a:t>
          </a:r>
          <a:r>
            <a:rPr lang="en-GB" sz="2400" dirty="0"/>
            <a:t> </a:t>
          </a:r>
        </a:p>
      </dgm:t>
    </dgm:pt>
    <dgm:pt modelId="{C68CA09A-763B-469A-B97D-156C5DE95986}" type="parTrans" cxnId="{24110226-6053-4F16-B21D-B4E4C9AC267C}">
      <dgm:prSet/>
      <dgm:spPr/>
      <dgm:t>
        <a:bodyPr/>
        <a:lstStyle/>
        <a:p>
          <a:endParaRPr lang="en-GB"/>
        </a:p>
      </dgm:t>
    </dgm:pt>
    <dgm:pt modelId="{655E8AF6-54B2-416B-88AA-932E19F0FA99}" type="sibTrans" cxnId="{24110226-6053-4F16-B21D-B4E4C9AC267C}">
      <dgm:prSet/>
      <dgm:spPr/>
      <dgm:t>
        <a:bodyPr/>
        <a:lstStyle/>
        <a:p>
          <a:endParaRPr lang="en-GB"/>
        </a:p>
      </dgm:t>
    </dgm:pt>
    <dgm:pt modelId="{C55598D3-1AA3-4080-AADD-C4B1D87963C1}">
      <dgm:prSet phldrT="[Text]" custT="1"/>
      <dgm:spPr/>
      <dgm:t>
        <a:bodyPr/>
        <a:lstStyle/>
        <a:p>
          <a:pPr>
            <a:buNone/>
          </a:pPr>
          <a:r>
            <a:rPr lang="en-GB" sz="2000" b="1" dirty="0"/>
            <a:t>Insight</a:t>
          </a:r>
          <a:endParaRPr lang="en-GB" sz="2000" dirty="0"/>
        </a:p>
      </dgm:t>
    </dgm:pt>
    <dgm:pt modelId="{AB1A2AA6-645B-440B-AD8F-1B3DB6DA4A32}" type="parTrans" cxnId="{384F9A1A-6D94-40CD-A8B5-8F357AAEAE78}">
      <dgm:prSet/>
      <dgm:spPr/>
      <dgm:t>
        <a:bodyPr/>
        <a:lstStyle/>
        <a:p>
          <a:endParaRPr lang="en-GB"/>
        </a:p>
      </dgm:t>
    </dgm:pt>
    <dgm:pt modelId="{7F159CFA-6699-46C8-BBE1-D108EB287AB0}" type="sibTrans" cxnId="{384F9A1A-6D94-40CD-A8B5-8F357AAEAE78}">
      <dgm:prSet/>
      <dgm:spPr/>
      <dgm:t>
        <a:bodyPr/>
        <a:lstStyle/>
        <a:p>
          <a:endParaRPr lang="en-GB"/>
        </a:p>
      </dgm:t>
    </dgm:pt>
    <dgm:pt modelId="{E52FB81E-E4AE-4F45-8E0D-A0279399574A}">
      <dgm:prSet phldrT="[Text]" custT="1"/>
      <dgm:spPr/>
      <dgm:t>
        <a:bodyPr/>
        <a:lstStyle/>
        <a:p>
          <a:pPr>
            <a:buNone/>
          </a:pPr>
          <a:r>
            <a:rPr lang="en-GB" sz="2000" dirty="0"/>
            <a:t>Behavioural features dominate prediction (~99%)</a:t>
          </a:r>
        </a:p>
      </dgm:t>
    </dgm:pt>
    <dgm:pt modelId="{5E9CDEFC-E3F6-455E-A02A-576B2264A8D7}" type="parTrans" cxnId="{51E301C6-E83B-4823-8332-D5E9ED8B4EEE}">
      <dgm:prSet/>
      <dgm:spPr/>
      <dgm:t>
        <a:bodyPr/>
        <a:lstStyle/>
        <a:p>
          <a:endParaRPr lang="en-GB"/>
        </a:p>
      </dgm:t>
    </dgm:pt>
    <dgm:pt modelId="{0F7B9E2F-CC7F-4726-BA6E-DE3991B18C3D}" type="sibTrans" cxnId="{51E301C6-E83B-4823-8332-D5E9ED8B4EEE}">
      <dgm:prSet/>
      <dgm:spPr/>
      <dgm:t>
        <a:bodyPr/>
        <a:lstStyle/>
        <a:p>
          <a:endParaRPr lang="en-GB"/>
        </a:p>
      </dgm:t>
    </dgm:pt>
    <dgm:pt modelId="{DA780622-9AFE-4489-9242-79C850DB5626}">
      <dgm:prSet phldrT="[Text]" custT="1"/>
      <dgm:spPr/>
      <dgm:t>
        <a:bodyPr/>
        <a:lstStyle/>
        <a:p>
          <a:pPr>
            <a:buSzPts val="1000"/>
            <a:buFont typeface="Symbol" panose="05050102010706020507" pitchFamily="18" charset="2"/>
            <a:buNone/>
          </a:pPr>
          <a:r>
            <a:rPr lang="en-GB" sz="2800" dirty="0"/>
            <a:t>RMSE = </a:t>
          </a:r>
          <a:r>
            <a:rPr lang="en-GB" sz="2800" b="1" dirty="0"/>
            <a:t>440.45</a:t>
          </a:r>
          <a:r>
            <a:rPr lang="en-GB" sz="2800" dirty="0"/>
            <a:t> </a:t>
          </a:r>
        </a:p>
      </dgm:t>
    </dgm:pt>
    <dgm:pt modelId="{48A7D2E9-98C9-44BE-923B-C465C8700B58}" type="parTrans" cxnId="{891BA525-41D9-410A-A1F0-7253739C586F}">
      <dgm:prSet/>
      <dgm:spPr/>
      <dgm:t>
        <a:bodyPr/>
        <a:lstStyle/>
        <a:p>
          <a:endParaRPr lang="en-GB"/>
        </a:p>
      </dgm:t>
    </dgm:pt>
    <dgm:pt modelId="{801BF9C3-E235-4CDD-BFBE-788721CF6F90}" type="sibTrans" cxnId="{891BA525-41D9-410A-A1F0-7253739C586F}">
      <dgm:prSet/>
      <dgm:spPr/>
      <dgm:t>
        <a:bodyPr/>
        <a:lstStyle/>
        <a:p>
          <a:endParaRPr lang="en-GB"/>
        </a:p>
      </dgm:t>
    </dgm:pt>
    <dgm:pt modelId="{4B4DEBEC-B66B-47CF-922C-D2466637B307}" type="pres">
      <dgm:prSet presAssocID="{78CB16C4-FB64-4ABB-872F-1ACC9181B21A}" presName="Name0" presStyleCnt="0">
        <dgm:presLayoutVars>
          <dgm:dir/>
          <dgm:animLvl val="lvl"/>
          <dgm:resizeHandles val="exact"/>
        </dgm:presLayoutVars>
      </dgm:prSet>
      <dgm:spPr/>
    </dgm:pt>
    <dgm:pt modelId="{B648AE51-E503-4D2F-B274-C25695ACCC89}" type="pres">
      <dgm:prSet presAssocID="{A1ACEA4C-422B-477E-83C7-D523ECCE07A9}" presName="composite" presStyleCnt="0"/>
      <dgm:spPr/>
    </dgm:pt>
    <dgm:pt modelId="{77A4E42B-D1DE-4776-8941-BE12984ACC5A}" type="pres">
      <dgm:prSet presAssocID="{A1ACEA4C-422B-477E-83C7-D523ECCE07A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C2B5380C-0A4B-4C8A-9300-946DCA6A4F3C}" type="pres">
      <dgm:prSet presAssocID="{A1ACEA4C-422B-477E-83C7-D523ECCE07A9}" presName="desTx" presStyleLbl="alignAccFollowNode1" presStyleIdx="0" presStyleCnt="3">
        <dgm:presLayoutVars>
          <dgm:bulletEnabled val="1"/>
        </dgm:presLayoutVars>
      </dgm:prSet>
      <dgm:spPr/>
    </dgm:pt>
    <dgm:pt modelId="{CC4D1174-BE49-4C66-A66E-BFE0C8E15CB6}" type="pres">
      <dgm:prSet presAssocID="{61F63B2E-878F-4AD0-BB05-8ACCDC412DB8}" presName="space" presStyleCnt="0"/>
      <dgm:spPr/>
    </dgm:pt>
    <dgm:pt modelId="{140DDA1C-7732-4F82-B216-182781392FB9}" type="pres">
      <dgm:prSet presAssocID="{3D4C35B8-D3E8-48F4-8F8D-ECA35D8991AF}" presName="composite" presStyleCnt="0"/>
      <dgm:spPr/>
    </dgm:pt>
    <dgm:pt modelId="{70F4CE55-221D-4B66-A219-790B97F86015}" type="pres">
      <dgm:prSet presAssocID="{3D4C35B8-D3E8-48F4-8F8D-ECA35D8991AF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815CA0D8-2988-4F71-818D-3E984A456089}" type="pres">
      <dgm:prSet presAssocID="{3D4C35B8-D3E8-48F4-8F8D-ECA35D8991AF}" presName="desTx" presStyleLbl="alignAccFollowNode1" presStyleIdx="1" presStyleCnt="3">
        <dgm:presLayoutVars>
          <dgm:bulletEnabled val="1"/>
        </dgm:presLayoutVars>
      </dgm:prSet>
      <dgm:spPr/>
    </dgm:pt>
    <dgm:pt modelId="{9E2E4C5B-8AF9-441C-BA63-CC554A2BD74C}" type="pres">
      <dgm:prSet presAssocID="{FD2DFDF1-FD05-48FC-B4CC-2CC82D2A9A71}" presName="space" presStyleCnt="0"/>
      <dgm:spPr/>
    </dgm:pt>
    <dgm:pt modelId="{83C5C243-A74E-4565-9C19-B619E8C200A3}" type="pres">
      <dgm:prSet presAssocID="{C55598D3-1AA3-4080-AADD-C4B1D87963C1}" presName="composite" presStyleCnt="0"/>
      <dgm:spPr/>
    </dgm:pt>
    <dgm:pt modelId="{658E4F08-B96E-4D00-BFD6-9BCCC6E8DDEA}" type="pres">
      <dgm:prSet presAssocID="{C55598D3-1AA3-4080-AADD-C4B1D87963C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6B918CD8-C157-429E-821E-D97CA23419F7}" type="pres">
      <dgm:prSet presAssocID="{C55598D3-1AA3-4080-AADD-C4B1D87963C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AE84B0F-5B03-4163-9B24-B272CC85EC12}" type="presOf" srcId="{E52FB81E-E4AE-4F45-8E0D-A0279399574A}" destId="{6B918CD8-C157-429E-821E-D97CA23419F7}" srcOrd="0" destOrd="0" presId="urn:microsoft.com/office/officeart/2005/8/layout/hList1"/>
    <dgm:cxn modelId="{384F9A1A-6D94-40CD-A8B5-8F357AAEAE78}" srcId="{78CB16C4-FB64-4ABB-872F-1ACC9181B21A}" destId="{C55598D3-1AA3-4080-AADD-C4B1D87963C1}" srcOrd="2" destOrd="0" parTransId="{AB1A2AA6-645B-440B-AD8F-1B3DB6DA4A32}" sibTransId="{7F159CFA-6699-46C8-BBE1-D108EB287AB0}"/>
    <dgm:cxn modelId="{891BA525-41D9-410A-A1F0-7253739C586F}" srcId="{A1ACEA4C-422B-477E-83C7-D523ECCE07A9}" destId="{DA780622-9AFE-4489-9242-79C850DB5626}" srcOrd="1" destOrd="0" parTransId="{48A7D2E9-98C9-44BE-923B-C465C8700B58}" sibTransId="{801BF9C3-E235-4CDD-BFBE-788721CF6F90}"/>
    <dgm:cxn modelId="{24110226-6053-4F16-B21D-B4E4C9AC267C}" srcId="{3D4C35B8-D3E8-48F4-8F8D-ECA35D8991AF}" destId="{58CEF4AF-5E3A-441C-AB7F-0F50816BE47A}" srcOrd="1" destOrd="0" parTransId="{C68CA09A-763B-469A-B97D-156C5DE95986}" sibTransId="{655E8AF6-54B2-416B-88AA-932E19F0FA99}"/>
    <dgm:cxn modelId="{3E149531-9A85-4FD9-B6A9-9484D9AA55D1}" type="presOf" srcId="{58CEF4AF-5E3A-441C-AB7F-0F50816BE47A}" destId="{815CA0D8-2988-4F71-818D-3E984A456089}" srcOrd="0" destOrd="1" presId="urn:microsoft.com/office/officeart/2005/8/layout/hList1"/>
    <dgm:cxn modelId="{EF94DE38-5DBE-4254-B402-62B1607DBE32}" type="presOf" srcId="{DA780622-9AFE-4489-9242-79C850DB5626}" destId="{C2B5380C-0A4B-4C8A-9300-946DCA6A4F3C}" srcOrd="0" destOrd="1" presId="urn:microsoft.com/office/officeart/2005/8/layout/hList1"/>
    <dgm:cxn modelId="{2B133641-F91B-4B31-9460-1A0DF63F4933}" type="presOf" srcId="{3D4C35B8-D3E8-48F4-8F8D-ECA35D8991AF}" destId="{70F4CE55-221D-4B66-A219-790B97F86015}" srcOrd="0" destOrd="0" presId="urn:microsoft.com/office/officeart/2005/8/layout/hList1"/>
    <dgm:cxn modelId="{73696543-7A8C-40C4-9B4B-36967EA79332}" type="presOf" srcId="{38751138-1827-48EF-9485-9FBB91E0B09D}" destId="{C2B5380C-0A4B-4C8A-9300-946DCA6A4F3C}" srcOrd="0" destOrd="0" presId="urn:microsoft.com/office/officeart/2005/8/layout/hList1"/>
    <dgm:cxn modelId="{FBD9027C-FBE7-4453-860C-A0718F54D50D}" type="presOf" srcId="{C55598D3-1AA3-4080-AADD-C4B1D87963C1}" destId="{658E4F08-B96E-4D00-BFD6-9BCCC6E8DDEA}" srcOrd="0" destOrd="0" presId="urn:microsoft.com/office/officeart/2005/8/layout/hList1"/>
    <dgm:cxn modelId="{F9132C82-2F67-4425-A186-D9CE396D1125}" srcId="{78CB16C4-FB64-4ABB-872F-1ACC9181B21A}" destId="{3D4C35B8-D3E8-48F4-8F8D-ECA35D8991AF}" srcOrd="1" destOrd="0" parTransId="{8613378B-57CC-4F39-9CFC-54D93C24B1ED}" sibTransId="{FD2DFDF1-FD05-48FC-B4CC-2CC82D2A9A71}"/>
    <dgm:cxn modelId="{E32C9389-8536-413E-BD4C-728981DF1DDB}" srcId="{78CB16C4-FB64-4ABB-872F-1ACC9181B21A}" destId="{A1ACEA4C-422B-477E-83C7-D523ECCE07A9}" srcOrd="0" destOrd="0" parTransId="{F64DF359-D57D-4B9B-A4C3-91481A08D514}" sibTransId="{61F63B2E-878F-4AD0-BB05-8ACCDC412DB8}"/>
    <dgm:cxn modelId="{CBE3B8A6-64A1-4EDB-8A7B-997FB2FCD7F9}" type="presOf" srcId="{A1ACEA4C-422B-477E-83C7-D523ECCE07A9}" destId="{77A4E42B-D1DE-4776-8941-BE12984ACC5A}" srcOrd="0" destOrd="0" presId="urn:microsoft.com/office/officeart/2005/8/layout/hList1"/>
    <dgm:cxn modelId="{44B6E5AC-9848-40CE-86E0-F23CAD821373}" srcId="{A1ACEA4C-422B-477E-83C7-D523ECCE07A9}" destId="{38751138-1827-48EF-9485-9FBB91E0B09D}" srcOrd="0" destOrd="0" parTransId="{F77199FB-F537-44E9-9BE4-D6D56C1F0511}" sibTransId="{A9AAA79C-0A09-4A37-8A89-3CB93FA5326C}"/>
    <dgm:cxn modelId="{51E301C6-E83B-4823-8332-D5E9ED8B4EEE}" srcId="{C55598D3-1AA3-4080-AADD-C4B1D87963C1}" destId="{E52FB81E-E4AE-4F45-8E0D-A0279399574A}" srcOrd="0" destOrd="0" parTransId="{5E9CDEFC-E3F6-455E-A02A-576B2264A8D7}" sibTransId="{0F7B9E2F-CC7F-4726-BA6E-DE3991B18C3D}"/>
    <dgm:cxn modelId="{DA400BD9-62B8-41CA-9458-E3D12ADDC92E}" type="presOf" srcId="{78CB16C4-FB64-4ABB-872F-1ACC9181B21A}" destId="{4B4DEBEC-B66B-47CF-922C-D2466637B307}" srcOrd="0" destOrd="0" presId="urn:microsoft.com/office/officeart/2005/8/layout/hList1"/>
    <dgm:cxn modelId="{09FEA4F1-EC8E-4B1A-85DA-B0C8E6201BAF}" type="presOf" srcId="{C1F3B567-8554-46F0-A1D8-20758CA4A47C}" destId="{815CA0D8-2988-4F71-818D-3E984A456089}" srcOrd="0" destOrd="0" presId="urn:microsoft.com/office/officeart/2005/8/layout/hList1"/>
    <dgm:cxn modelId="{88F0C7FA-4A43-4A7E-9EB7-E3B22F65EDF3}" srcId="{3D4C35B8-D3E8-48F4-8F8D-ECA35D8991AF}" destId="{C1F3B567-8554-46F0-A1D8-20758CA4A47C}" srcOrd="0" destOrd="0" parTransId="{BE61BE77-F677-4F8D-AD22-DE5A69FC72D9}" sibTransId="{3B9EA802-2FC6-4091-ACBC-4AA40DF57087}"/>
    <dgm:cxn modelId="{8230FAF6-C302-47AE-8034-CCA0E5F19023}" type="presParOf" srcId="{4B4DEBEC-B66B-47CF-922C-D2466637B307}" destId="{B648AE51-E503-4D2F-B274-C25695ACCC89}" srcOrd="0" destOrd="0" presId="urn:microsoft.com/office/officeart/2005/8/layout/hList1"/>
    <dgm:cxn modelId="{81BD2122-1BAA-4B8E-9401-F7F3F14AA4E3}" type="presParOf" srcId="{B648AE51-E503-4D2F-B274-C25695ACCC89}" destId="{77A4E42B-D1DE-4776-8941-BE12984ACC5A}" srcOrd="0" destOrd="0" presId="urn:microsoft.com/office/officeart/2005/8/layout/hList1"/>
    <dgm:cxn modelId="{7BA82445-7421-44D7-A0DE-6ED4C4B00310}" type="presParOf" srcId="{B648AE51-E503-4D2F-B274-C25695ACCC89}" destId="{C2B5380C-0A4B-4C8A-9300-946DCA6A4F3C}" srcOrd="1" destOrd="0" presId="urn:microsoft.com/office/officeart/2005/8/layout/hList1"/>
    <dgm:cxn modelId="{CCFF3F9E-0168-411F-9F2F-FABEBAF16312}" type="presParOf" srcId="{4B4DEBEC-B66B-47CF-922C-D2466637B307}" destId="{CC4D1174-BE49-4C66-A66E-BFE0C8E15CB6}" srcOrd="1" destOrd="0" presId="urn:microsoft.com/office/officeart/2005/8/layout/hList1"/>
    <dgm:cxn modelId="{8F80D0D4-2AE4-4F64-B388-B7F88417F723}" type="presParOf" srcId="{4B4DEBEC-B66B-47CF-922C-D2466637B307}" destId="{140DDA1C-7732-4F82-B216-182781392FB9}" srcOrd="2" destOrd="0" presId="urn:microsoft.com/office/officeart/2005/8/layout/hList1"/>
    <dgm:cxn modelId="{D1E93571-FF26-4ABA-9FD0-2EC554A3E875}" type="presParOf" srcId="{140DDA1C-7732-4F82-B216-182781392FB9}" destId="{70F4CE55-221D-4B66-A219-790B97F86015}" srcOrd="0" destOrd="0" presId="urn:microsoft.com/office/officeart/2005/8/layout/hList1"/>
    <dgm:cxn modelId="{EF6DEB61-E0D3-4140-8AED-A9D00356A570}" type="presParOf" srcId="{140DDA1C-7732-4F82-B216-182781392FB9}" destId="{815CA0D8-2988-4F71-818D-3E984A456089}" srcOrd="1" destOrd="0" presId="urn:microsoft.com/office/officeart/2005/8/layout/hList1"/>
    <dgm:cxn modelId="{3E43BF4B-F0AA-4D52-BAF9-84FD53CCAD7F}" type="presParOf" srcId="{4B4DEBEC-B66B-47CF-922C-D2466637B307}" destId="{9E2E4C5B-8AF9-441C-BA63-CC554A2BD74C}" srcOrd="3" destOrd="0" presId="urn:microsoft.com/office/officeart/2005/8/layout/hList1"/>
    <dgm:cxn modelId="{F1DDBB89-4AB9-48C5-80EE-60F274763B6A}" type="presParOf" srcId="{4B4DEBEC-B66B-47CF-922C-D2466637B307}" destId="{83C5C243-A74E-4565-9C19-B619E8C200A3}" srcOrd="4" destOrd="0" presId="urn:microsoft.com/office/officeart/2005/8/layout/hList1"/>
    <dgm:cxn modelId="{45876521-B30B-4DD1-A123-917925A185C6}" type="presParOf" srcId="{83C5C243-A74E-4565-9C19-B619E8C200A3}" destId="{658E4F08-B96E-4D00-BFD6-9BCCC6E8DDEA}" srcOrd="0" destOrd="0" presId="urn:microsoft.com/office/officeart/2005/8/layout/hList1"/>
    <dgm:cxn modelId="{B07B461D-68C4-4457-B64D-F8F9E0CF7CC5}" type="presParOf" srcId="{83C5C243-A74E-4565-9C19-B619E8C200A3}" destId="{6B918CD8-C157-429E-821E-D97CA23419F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7CE75E8-45E1-4FF4-AEBF-9AC287E5DFBF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GB"/>
        </a:p>
      </dgm:t>
    </dgm:pt>
    <dgm:pt modelId="{0AE43498-2FA1-449C-991C-953D44BD75A7}">
      <dgm:prSet phldrT="[Text]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GB" dirty="0"/>
            <a:t>Loyalty is </a:t>
          </a:r>
          <a:r>
            <a:rPr lang="en-GB" b="1" dirty="0"/>
            <a:t>primarily behaviour driven</a:t>
          </a:r>
          <a:r>
            <a:rPr lang="en-GB" dirty="0"/>
            <a:t> </a:t>
          </a:r>
        </a:p>
      </dgm:t>
    </dgm:pt>
    <dgm:pt modelId="{3CC38E8F-426E-4641-A61E-FC7AEB4962C2}" type="parTrans" cxnId="{1A2CA76B-1876-44CB-85AA-AFE1F62A926E}">
      <dgm:prSet/>
      <dgm:spPr/>
      <dgm:t>
        <a:bodyPr/>
        <a:lstStyle/>
        <a:p>
          <a:endParaRPr lang="en-GB"/>
        </a:p>
      </dgm:t>
    </dgm:pt>
    <dgm:pt modelId="{F04D08FD-D07E-40E8-8DF2-894F28C54127}" type="sibTrans" cxnId="{1A2CA76B-1876-44CB-85AA-AFE1F62A926E}">
      <dgm:prSet/>
      <dgm:spPr/>
      <dgm:t>
        <a:bodyPr/>
        <a:lstStyle/>
        <a:p>
          <a:endParaRPr lang="en-GB"/>
        </a:p>
      </dgm:t>
    </dgm:pt>
    <dgm:pt modelId="{FF3269B2-EFFF-4866-8856-A5B12E1DAF5F}">
      <dgm:prSet phldrT="[Text]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GB" dirty="0"/>
            <a:t>Income is equally important </a:t>
          </a:r>
        </a:p>
      </dgm:t>
    </dgm:pt>
    <dgm:pt modelId="{60CB901D-B347-46CB-B7AD-072F308DE1C5}" type="parTrans" cxnId="{BB21703A-54B7-4E2A-B3F7-49622309D2F1}">
      <dgm:prSet/>
      <dgm:spPr/>
      <dgm:t>
        <a:bodyPr/>
        <a:lstStyle/>
        <a:p>
          <a:endParaRPr lang="en-GB"/>
        </a:p>
      </dgm:t>
    </dgm:pt>
    <dgm:pt modelId="{3E712E9D-3421-4B6F-AB3D-6E2C24F27FE1}" type="sibTrans" cxnId="{BB21703A-54B7-4E2A-B3F7-49622309D2F1}">
      <dgm:prSet/>
      <dgm:spPr/>
      <dgm:t>
        <a:bodyPr/>
        <a:lstStyle/>
        <a:p>
          <a:endParaRPr lang="en-GB"/>
        </a:p>
      </dgm:t>
    </dgm:pt>
    <dgm:pt modelId="{76AB0CAC-2FB8-49DC-B673-0FAB2A2A0F7E}">
      <dgm:prSet phldrT="[Text]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GB" dirty="0"/>
            <a:t>Demographics have minimal impact </a:t>
          </a:r>
        </a:p>
      </dgm:t>
    </dgm:pt>
    <dgm:pt modelId="{D41FE6EE-72B3-4DF9-BBD4-D8828725A9F0}" type="parTrans" cxnId="{089C1ACD-F34C-408D-AEF3-C816C3E336D1}">
      <dgm:prSet/>
      <dgm:spPr/>
      <dgm:t>
        <a:bodyPr/>
        <a:lstStyle/>
        <a:p>
          <a:endParaRPr lang="en-GB"/>
        </a:p>
      </dgm:t>
    </dgm:pt>
    <dgm:pt modelId="{D41BF2A8-D631-41EE-901E-27F3CDA1D419}" type="sibTrans" cxnId="{089C1ACD-F34C-408D-AEF3-C816C3E336D1}">
      <dgm:prSet/>
      <dgm:spPr/>
      <dgm:t>
        <a:bodyPr/>
        <a:lstStyle/>
        <a:p>
          <a:endParaRPr lang="en-GB"/>
        </a:p>
      </dgm:t>
    </dgm:pt>
    <dgm:pt modelId="{D7B87208-CE09-42D7-8C95-72A56D91F0CE}" type="pres">
      <dgm:prSet presAssocID="{B7CE75E8-45E1-4FF4-AEBF-9AC287E5DFBF}" presName="Name0" presStyleCnt="0">
        <dgm:presLayoutVars>
          <dgm:chMax val="7"/>
          <dgm:chPref val="7"/>
          <dgm:dir/>
        </dgm:presLayoutVars>
      </dgm:prSet>
      <dgm:spPr/>
    </dgm:pt>
    <dgm:pt modelId="{2927E835-29AB-4009-8C03-3A2D5EF06F11}" type="pres">
      <dgm:prSet presAssocID="{B7CE75E8-45E1-4FF4-AEBF-9AC287E5DFBF}" presName="Name1" presStyleCnt="0"/>
      <dgm:spPr/>
    </dgm:pt>
    <dgm:pt modelId="{6D03CD7B-A076-41FD-81A4-F3C0DB721F10}" type="pres">
      <dgm:prSet presAssocID="{B7CE75E8-45E1-4FF4-AEBF-9AC287E5DFBF}" presName="cycle" presStyleCnt="0"/>
      <dgm:spPr/>
    </dgm:pt>
    <dgm:pt modelId="{4B82D14A-0076-458D-9D62-65F935DA9436}" type="pres">
      <dgm:prSet presAssocID="{B7CE75E8-45E1-4FF4-AEBF-9AC287E5DFBF}" presName="srcNode" presStyleLbl="node1" presStyleIdx="0" presStyleCnt="3"/>
      <dgm:spPr/>
    </dgm:pt>
    <dgm:pt modelId="{C79E37DF-8B8E-4B71-99A1-C00F56E3900B}" type="pres">
      <dgm:prSet presAssocID="{B7CE75E8-45E1-4FF4-AEBF-9AC287E5DFBF}" presName="conn" presStyleLbl="parChTrans1D2" presStyleIdx="0" presStyleCnt="1"/>
      <dgm:spPr/>
    </dgm:pt>
    <dgm:pt modelId="{E3E0C53E-9135-4EC6-A7A3-27F2EB7B531A}" type="pres">
      <dgm:prSet presAssocID="{B7CE75E8-45E1-4FF4-AEBF-9AC287E5DFBF}" presName="extraNode" presStyleLbl="node1" presStyleIdx="0" presStyleCnt="3"/>
      <dgm:spPr/>
    </dgm:pt>
    <dgm:pt modelId="{2E3FDFCC-F371-456B-A4DA-F6A59153382E}" type="pres">
      <dgm:prSet presAssocID="{B7CE75E8-45E1-4FF4-AEBF-9AC287E5DFBF}" presName="dstNode" presStyleLbl="node1" presStyleIdx="0" presStyleCnt="3"/>
      <dgm:spPr/>
    </dgm:pt>
    <dgm:pt modelId="{DFABB5BB-084C-421B-8AC1-AC30700B675E}" type="pres">
      <dgm:prSet presAssocID="{0AE43498-2FA1-449C-991C-953D44BD75A7}" presName="text_1" presStyleLbl="node1" presStyleIdx="0" presStyleCnt="3">
        <dgm:presLayoutVars>
          <dgm:bulletEnabled val="1"/>
        </dgm:presLayoutVars>
      </dgm:prSet>
      <dgm:spPr/>
    </dgm:pt>
    <dgm:pt modelId="{CCA0E6AB-E468-4496-A121-AAA3E0772E69}" type="pres">
      <dgm:prSet presAssocID="{0AE43498-2FA1-449C-991C-953D44BD75A7}" presName="accent_1" presStyleCnt="0"/>
      <dgm:spPr/>
    </dgm:pt>
    <dgm:pt modelId="{24F5AF60-741C-4B70-8170-431EAE4715B0}" type="pres">
      <dgm:prSet presAssocID="{0AE43498-2FA1-449C-991C-953D44BD75A7}" presName="accentRepeatNode" presStyleLbl="solidFgAcc1" presStyleIdx="0" presStyleCnt="3"/>
      <dgm:spPr/>
    </dgm:pt>
    <dgm:pt modelId="{4C3C6CAC-54CB-4B2C-A16C-560D532DF963}" type="pres">
      <dgm:prSet presAssocID="{FF3269B2-EFFF-4866-8856-A5B12E1DAF5F}" presName="text_2" presStyleLbl="node1" presStyleIdx="1" presStyleCnt="3">
        <dgm:presLayoutVars>
          <dgm:bulletEnabled val="1"/>
        </dgm:presLayoutVars>
      </dgm:prSet>
      <dgm:spPr/>
    </dgm:pt>
    <dgm:pt modelId="{CFB4B279-5069-4326-A690-13124B8C4AE9}" type="pres">
      <dgm:prSet presAssocID="{FF3269B2-EFFF-4866-8856-A5B12E1DAF5F}" presName="accent_2" presStyleCnt="0"/>
      <dgm:spPr/>
    </dgm:pt>
    <dgm:pt modelId="{A71A1CFF-51E6-4D40-9B8C-8E82E00F050B}" type="pres">
      <dgm:prSet presAssocID="{FF3269B2-EFFF-4866-8856-A5B12E1DAF5F}" presName="accentRepeatNode" presStyleLbl="solidFgAcc1" presStyleIdx="1" presStyleCnt="3"/>
      <dgm:spPr/>
    </dgm:pt>
    <dgm:pt modelId="{BBEEF86A-46C7-49D2-91CC-1F58FD3C6EA4}" type="pres">
      <dgm:prSet presAssocID="{76AB0CAC-2FB8-49DC-B673-0FAB2A2A0F7E}" presName="text_3" presStyleLbl="node1" presStyleIdx="2" presStyleCnt="3">
        <dgm:presLayoutVars>
          <dgm:bulletEnabled val="1"/>
        </dgm:presLayoutVars>
      </dgm:prSet>
      <dgm:spPr/>
    </dgm:pt>
    <dgm:pt modelId="{D02275DA-CC84-47AE-AA98-00E308B40988}" type="pres">
      <dgm:prSet presAssocID="{76AB0CAC-2FB8-49DC-B673-0FAB2A2A0F7E}" presName="accent_3" presStyleCnt="0"/>
      <dgm:spPr/>
    </dgm:pt>
    <dgm:pt modelId="{9519A0FE-DDF6-4BBD-9A5D-6F856C7C433D}" type="pres">
      <dgm:prSet presAssocID="{76AB0CAC-2FB8-49DC-B673-0FAB2A2A0F7E}" presName="accentRepeatNode" presStyleLbl="solidFgAcc1" presStyleIdx="2" presStyleCnt="3"/>
      <dgm:spPr/>
    </dgm:pt>
  </dgm:ptLst>
  <dgm:cxnLst>
    <dgm:cxn modelId="{C6E06508-15F2-4922-9F21-CD2DB05821A3}" type="presOf" srcId="{F04D08FD-D07E-40E8-8DF2-894F28C54127}" destId="{C79E37DF-8B8E-4B71-99A1-C00F56E3900B}" srcOrd="0" destOrd="0" presId="urn:microsoft.com/office/officeart/2008/layout/VerticalCurvedList"/>
    <dgm:cxn modelId="{4970CB11-0F2E-46AF-BB96-D817D1DEC8B5}" type="presOf" srcId="{0AE43498-2FA1-449C-991C-953D44BD75A7}" destId="{DFABB5BB-084C-421B-8AC1-AC30700B675E}" srcOrd="0" destOrd="0" presId="urn:microsoft.com/office/officeart/2008/layout/VerticalCurvedList"/>
    <dgm:cxn modelId="{BB21703A-54B7-4E2A-B3F7-49622309D2F1}" srcId="{B7CE75E8-45E1-4FF4-AEBF-9AC287E5DFBF}" destId="{FF3269B2-EFFF-4866-8856-A5B12E1DAF5F}" srcOrd="1" destOrd="0" parTransId="{60CB901D-B347-46CB-B7AD-072F308DE1C5}" sibTransId="{3E712E9D-3421-4B6F-AB3D-6E2C24F27FE1}"/>
    <dgm:cxn modelId="{1A2CA76B-1876-44CB-85AA-AFE1F62A926E}" srcId="{B7CE75E8-45E1-4FF4-AEBF-9AC287E5DFBF}" destId="{0AE43498-2FA1-449C-991C-953D44BD75A7}" srcOrd="0" destOrd="0" parTransId="{3CC38E8F-426E-4641-A61E-FC7AEB4962C2}" sibTransId="{F04D08FD-D07E-40E8-8DF2-894F28C54127}"/>
    <dgm:cxn modelId="{B8EC1073-6ED9-43C5-8417-3CFA867D9303}" type="presOf" srcId="{76AB0CAC-2FB8-49DC-B673-0FAB2A2A0F7E}" destId="{BBEEF86A-46C7-49D2-91CC-1F58FD3C6EA4}" srcOrd="0" destOrd="0" presId="urn:microsoft.com/office/officeart/2008/layout/VerticalCurvedList"/>
    <dgm:cxn modelId="{9641409B-A6C1-4841-8C61-E03FDA682EF2}" type="presOf" srcId="{B7CE75E8-45E1-4FF4-AEBF-9AC287E5DFBF}" destId="{D7B87208-CE09-42D7-8C95-72A56D91F0CE}" srcOrd="0" destOrd="0" presId="urn:microsoft.com/office/officeart/2008/layout/VerticalCurvedList"/>
    <dgm:cxn modelId="{089C1ACD-F34C-408D-AEF3-C816C3E336D1}" srcId="{B7CE75E8-45E1-4FF4-AEBF-9AC287E5DFBF}" destId="{76AB0CAC-2FB8-49DC-B673-0FAB2A2A0F7E}" srcOrd="2" destOrd="0" parTransId="{D41FE6EE-72B3-4DF9-BBD4-D8828725A9F0}" sibTransId="{D41BF2A8-D631-41EE-901E-27F3CDA1D419}"/>
    <dgm:cxn modelId="{ED097AF4-FBEB-46A5-B7B3-5385BA441125}" type="presOf" srcId="{FF3269B2-EFFF-4866-8856-A5B12E1DAF5F}" destId="{4C3C6CAC-54CB-4B2C-A16C-560D532DF963}" srcOrd="0" destOrd="0" presId="urn:microsoft.com/office/officeart/2008/layout/VerticalCurvedList"/>
    <dgm:cxn modelId="{27B3FFAD-FFD6-4719-ABF5-DD712FB582EB}" type="presParOf" srcId="{D7B87208-CE09-42D7-8C95-72A56D91F0CE}" destId="{2927E835-29AB-4009-8C03-3A2D5EF06F11}" srcOrd="0" destOrd="0" presId="urn:microsoft.com/office/officeart/2008/layout/VerticalCurvedList"/>
    <dgm:cxn modelId="{B40166F2-6C04-4BE6-8CE5-1AF30FFED908}" type="presParOf" srcId="{2927E835-29AB-4009-8C03-3A2D5EF06F11}" destId="{6D03CD7B-A076-41FD-81A4-F3C0DB721F10}" srcOrd="0" destOrd="0" presId="urn:microsoft.com/office/officeart/2008/layout/VerticalCurvedList"/>
    <dgm:cxn modelId="{EC30C9FD-0588-42BD-A67B-7371FA7A5990}" type="presParOf" srcId="{6D03CD7B-A076-41FD-81A4-F3C0DB721F10}" destId="{4B82D14A-0076-458D-9D62-65F935DA9436}" srcOrd="0" destOrd="0" presId="urn:microsoft.com/office/officeart/2008/layout/VerticalCurvedList"/>
    <dgm:cxn modelId="{3109592A-3800-4B00-9B22-D9BB510E6C68}" type="presParOf" srcId="{6D03CD7B-A076-41FD-81A4-F3C0DB721F10}" destId="{C79E37DF-8B8E-4B71-99A1-C00F56E3900B}" srcOrd="1" destOrd="0" presId="urn:microsoft.com/office/officeart/2008/layout/VerticalCurvedList"/>
    <dgm:cxn modelId="{11B4E6FA-CC7C-4E97-9559-984A4DBE2560}" type="presParOf" srcId="{6D03CD7B-A076-41FD-81A4-F3C0DB721F10}" destId="{E3E0C53E-9135-4EC6-A7A3-27F2EB7B531A}" srcOrd="2" destOrd="0" presId="urn:microsoft.com/office/officeart/2008/layout/VerticalCurvedList"/>
    <dgm:cxn modelId="{9B7D6F50-CB97-4D4F-B62C-5DA7CB3A3350}" type="presParOf" srcId="{6D03CD7B-A076-41FD-81A4-F3C0DB721F10}" destId="{2E3FDFCC-F371-456B-A4DA-F6A59153382E}" srcOrd="3" destOrd="0" presId="urn:microsoft.com/office/officeart/2008/layout/VerticalCurvedList"/>
    <dgm:cxn modelId="{CECA3D22-EEF0-4920-BC1D-DA1D37D02B54}" type="presParOf" srcId="{2927E835-29AB-4009-8C03-3A2D5EF06F11}" destId="{DFABB5BB-084C-421B-8AC1-AC30700B675E}" srcOrd="1" destOrd="0" presId="urn:microsoft.com/office/officeart/2008/layout/VerticalCurvedList"/>
    <dgm:cxn modelId="{1413E857-855A-4DF6-9330-F135ED04124E}" type="presParOf" srcId="{2927E835-29AB-4009-8C03-3A2D5EF06F11}" destId="{CCA0E6AB-E468-4496-A121-AAA3E0772E69}" srcOrd="2" destOrd="0" presId="urn:microsoft.com/office/officeart/2008/layout/VerticalCurvedList"/>
    <dgm:cxn modelId="{9D8917B1-9050-4FDC-85E9-E9501BECC3F7}" type="presParOf" srcId="{CCA0E6AB-E468-4496-A121-AAA3E0772E69}" destId="{24F5AF60-741C-4B70-8170-431EAE4715B0}" srcOrd="0" destOrd="0" presId="urn:microsoft.com/office/officeart/2008/layout/VerticalCurvedList"/>
    <dgm:cxn modelId="{F8151B6E-01F6-48C5-B0E3-A025E754C925}" type="presParOf" srcId="{2927E835-29AB-4009-8C03-3A2D5EF06F11}" destId="{4C3C6CAC-54CB-4B2C-A16C-560D532DF963}" srcOrd="3" destOrd="0" presId="urn:microsoft.com/office/officeart/2008/layout/VerticalCurvedList"/>
    <dgm:cxn modelId="{C95F516B-76ED-4EFE-8F24-FBC81094649F}" type="presParOf" srcId="{2927E835-29AB-4009-8C03-3A2D5EF06F11}" destId="{CFB4B279-5069-4326-A690-13124B8C4AE9}" srcOrd="4" destOrd="0" presId="urn:microsoft.com/office/officeart/2008/layout/VerticalCurvedList"/>
    <dgm:cxn modelId="{85B967DC-4837-4A86-A4A8-45650039DE79}" type="presParOf" srcId="{CFB4B279-5069-4326-A690-13124B8C4AE9}" destId="{A71A1CFF-51E6-4D40-9B8C-8E82E00F050B}" srcOrd="0" destOrd="0" presId="urn:microsoft.com/office/officeart/2008/layout/VerticalCurvedList"/>
    <dgm:cxn modelId="{D9BF7810-48F3-4C40-8666-BBCC9C645A7C}" type="presParOf" srcId="{2927E835-29AB-4009-8C03-3A2D5EF06F11}" destId="{BBEEF86A-46C7-49D2-91CC-1F58FD3C6EA4}" srcOrd="5" destOrd="0" presId="urn:microsoft.com/office/officeart/2008/layout/VerticalCurvedList"/>
    <dgm:cxn modelId="{49F8CC0C-C6D4-4F7E-A6D4-8AAF70E88834}" type="presParOf" srcId="{2927E835-29AB-4009-8C03-3A2D5EF06F11}" destId="{D02275DA-CC84-47AE-AA98-00E308B40988}" srcOrd="6" destOrd="0" presId="urn:microsoft.com/office/officeart/2008/layout/VerticalCurvedList"/>
    <dgm:cxn modelId="{BB2EA170-EF88-4C9F-B4D4-213BECBB3390}" type="presParOf" srcId="{D02275DA-CC84-47AE-AA98-00E308B40988}" destId="{9519A0FE-DDF6-4BBD-9A5D-6F856C7C433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B5B9245-772C-46D9-A639-B9339CE5770E}" type="doc">
      <dgm:prSet loTypeId="urn:microsoft.com/office/officeart/2005/8/layout/hList7" loCatId="list" qsTypeId="urn:microsoft.com/office/officeart/2005/8/quickstyle/3d4" qsCatId="3D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89085C95-F88C-479C-A0E6-C6BB3E8C7184}">
      <dgm:prSet/>
      <dgm:spPr/>
      <dgm:t>
        <a:bodyPr/>
        <a:lstStyle/>
        <a:p>
          <a:r>
            <a:rPr lang="en-GB" dirty="0"/>
            <a:t>VIP customers  high income + high spend </a:t>
          </a:r>
        </a:p>
      </dgm:t>
    </dgm:pt>
    <dgm:pt modelId="{10E6705E-E147-4B74-B5D3-AE423DAD08BC}" type="parTrans" cxnId="{4CA988CD-4556-4BCB-A7E5-F31A83CFCEB9}">
      <dgm:prSet/>
      <dgm:spPr/>
      <dgm:t>
        <a:bodyPr/>
        <a:lstStyle/>
        <a:p>
          <a:endParaRPr lang="en-GB"/>
        </a:p>
      </dgm:t>
    </dgm:pt>
    <dgm:pt modelId="{B0E18699-292B-41E7-A2C1-72435F61FCE8}" type="sibTrans" cxnId="{4CA988CD-4556-4BCB-A7E5-F31A83CFCEB9}">
      <dgm:prSet/>
      <dgm:spPr/>
      <dgm:t>
        <a:bodyPr/>
        <a:lstStyle/>
        <a:p>
          <a:endParaRPr lang="en-GB"/>
        </a:p>
      </dgm:t>
    </dgm:pt>
    <dgm:pt modelId="{36EAF9C3-9D76-4858-AB7B-3DC53D11922A}">
      <dgm:prSet/>
      <dgm:spPr/>
      <dgm:t>
        <a:bodyPr/>
        <a:lstStyle/>
        <a:p>
          <a:r>
            <a:rPr lang="en-GB" dirty="0"/>
            <a:t>Wealthy but low engagement </a:t>
          </a:r>
        </a:p>
      </dgm:t>
    </dgm:pt>
    <dgm:pt modelId="{4ED17EE3-3839-432A-8C78-ECBDE94A4A21}" type="parTrans" cxnId="{44152754-CEDE-4158-8F3F-B0310439C1E4}">
      <dgm:prSet/>
      <dgm:spPr/>
      <dgm:t>
        <a:bodyPr/>
        <a:lstStyle/>
        <a:p>
          <a:endParaRPr lang="en-GB"/>
        </a:p>
      </dgm:t>
    </dgm:pt>
    <dgm:pt modelId="{97DA5560-5FC5-4AE6-9B05-7D0F96CA90F3}" type="sibTrans" cxnId="{44152754-CEDE-4158-8F3F-B0310439C1E4}">
      <dgm:prSet/>
      <dgm:spPr/>
      <dgm:t>
        <a:bodyPr/>
        <a:lstStyle/>
        <a:p>
          <a:endParaRPr lang="en-GB"/>
        </a:p>
      </dgm:t>
    </dgm:pt>
    <dgm:pt modelId="{58F67C6A-5E05-4661-9F93-E7FB3E86DD58}">
      <dgm:prSet/>
      <dgm:spPr/>
      <dgm:t>
        <a:bodyPr/>
        <a:lstStyle/>
        <a:p>
          <a:r>
            <a:rPr lang="en-GB" dirty="0"/>
            <a:t>Impulsive low- income spenders </a:t>
          </a:r>
        </a:p>
      </dgm:t>
    </dgm:pt>
    <dgm:pt modelId="{DA320D57-E20E-4936-B466-BABEEFA5DFA0}" type="parTrans" cxnId="{3C639EA0-986B-4ED0-B0B0-9A13909EFAEB}">
      <dgm:prSet/>
      <dgm:spPr/>
      <dgm:t>
        <a:bodyPr/>
        <a:lstStyle/>
        <a:p>
          <a:endParaRPr lang="en-GB"/>
        </a:p>
      </dgm:t>
    </dgm:pt>
    <dgm:pt modelId="{7BD9F702-F1A9-4E30-A7BC-7E6B6EA8D002}" type="sibTrans" cxnId="{3C639EA0-986B-4ED0-B0B0-9A13909EFAEB}">
      <dgm:prSet/>
      <dgm:spPr/>
      <dgm:t>
        <a:bodyPr/>
        <a:lstStyle/>
        <a:p>
          <a:endParaRPr lang="en-GB"/>
        </a:p>
      </dgm:t>
    </dgm:pt>
    <dgm:pt modelId="{99B9F5CB-8CC2-47DD-9EBC-F616F4660513}">
      <dgm:prSet/>
      <dgm:spPr/>
      <dgm:t>
        <a:bodyPr/>
        <a:lstStyle/>
        <a:p>
          <a:r>
            <a:rPr lang="en-GB" dirty="0"/>
            <a:t>Low value customers </a:t>
          </a:r>
        </a:p>
      </dgm:t>
    </dgm:pt>
    <dgm:pt modelId="{0AF7D05E-F500-4769-B0DB-6185467BB7C7}" type="parTrans" cxnId="{E4340264-4BD1-4AE5-884B-D8326D072E66}">
      <dgm:prSet/>
      <dgm:spPr/>
      <dgm:t>
        <a:bodyPr/>
        <a:lstStyle/>
        <a:p>
          <a:endParaRPr lang="en-GB"/>
        </a:p>
      </dgm:t>
    </dgm:pt>
    <dgm:pt modelId="{E60C0E6C-436E-4D75-A1DB-DE4803B55FB6}" type="sibTrans" cxnId="{E4340264-4BD1-4AE5-884B-D8326D072E66}">
      <dgm:prSet/>
      <dgm:spPr/>
      <dgm:t>
        <a:bodyPr/>
        <a:lstStyle/>
        <a:p>
          <a:endParaRPr lang="en-GB"/>
        </a:p>
      </dgm:t>
    </dgm:pt>
    <dgm:pt modelId="{947F2A0F-83A8-4B36-9769-8C08EB087C53}">
      <dgm:prSet/>
      <dgm:spPr/>
      <dgm:t>
        <a:bodyPr/>
        <a:lstStyle/>
        <a:p>
          <a:r>
            <a:rPr lang="en-GB" dirty="0"/>
            <a:t>Mid segment customers </a:t>
          </a:r>
        </a:p>
      </dgm:t>
    </dgm:pt>
    <dgm:pt modelId="{17403F7F-2966-4FBF-96E1-6FD361B01A4B}" type="parTrans" cxnId="{B69AC9D5-5392-4863-B2D0-FD621014EBDF}">
      <dgm:prSet/>
      <dgm:spPr/>
      <dgm:t>
        <a:bodyPr/>
        <a:lstStyle/>
        <a:p>
          <a:endParaRPr lang="en-GB"/>
        </a:p>
      </dgm:t>
    </dgm:pt>
    <dgm:pt modelId="{926685B9-72CE-4C60-8496-E272A3BA81CE}" type="sibTrans" cxnId="{B69AC9D5-5392-4863-B2D0-FD621014EBDF}">
      <dgm:prSet/>
      <dgm:spPr/>
      <dgm:t>
        <a:bodyPr/>
        <a:lstStyle/>
        <a:p>
          <a:endParaRPr lang="en-GB"/>
        </a:p>
      </dgm:t>
    </dgm:pt>
    <dgm:pt modelId="{2DA3D5D1-5542-4891-B988-AD9A6760FFF2}" type="pres">
      <dgm:prSet presAssocID="{CB5B9245-772C-46D9-A639-B9339CE5770E}" presName="Name0" presStyleCnt="0">
        <dgm:presLayoutVars>
          <dgm:dir/>
          <dgm:resizeHandles val="exact"/>
        </dgm:presLayoutVars>
      </dgm:prSet>
      <dgm:spPr/>
    </dgm:pt>
    <dgm:pt modelId="{E6B3FF80-E7B0-489B-918F-EB5627C2BD9A}" type="pres">
      <dgm:prSet presAssocID="{CB5B9245-772C-46D9-A639-B9339CE5770E}" presName="fgShape" presStyleLbl="fgShp" presStyleIdx="0" presStyleCnt="1"/>
      <dgm:spPr/>
    </dgm:pt>
    <dgm:pt modelId="{8AB52ABB-F0D1-4E60-94FE-59FED8B07549}" type="pres">
      <dgm:prSet presAssocID="{CB5B9245-772C-46D9-A639-B9339CE5770E}" presName="linComp" presStyleCnt="0"/>
      <dgm:spPr/>
    </dgm:pt>
    <dgm:pt modelId="{0EF3EC8B-C771-4DED-A7AD-806582EC5B5C}" type="pres">
      <dgm:prSet presAssocID="{89085C95-F88C-479C-A0E6-C6BB3E8C7184}" presName="compNode" presStyleCnt="0"/>
      <dgm:spPr/>
    </dgm:pt>
    <dgm:pt modelId="{8BD4705B-1121-4575-80B0-47C4D4718611}" type="pres">
      <dgm:prSet presAssocID="{89085C95-F88C-479C-A0E6-C6BB3E8C7184}" presName="bkgdShape" presStyleLbl="node1" presStyleIdx="0" presStyleCnt="5"/>
      <dgm:spPr/>
    </dgm:pt>
    <dgm:pt modelId="{8B20E863-871C-48AC-B248-3E188E2078F8}" type="pres">
      <dgm:prSet presAssocID="{89085C95-F88C-479C-A0E6-C6BB3E8C7184}" presName="nodeTx" presStyleLbl="node1" presStyleIdx="0" presStyleCnt="5">
        <dgm:presLayoutVars>
          <dgm:bulletEnabled val="1"/>
        </dgm:presLayoutVars>
      </dgm:prSet>
      <dgm:spPr/>
    </dgm:pt>
    <dgm:pt modelId="{26437005-5A50-4B61-8C33-D6D96DA8F1CE}" type="pres">
      <dgm:prSet presAssocID="{89085C95-F88C-479C-A0E6-C6BB3E8C7184}" presName="invisiNode" presStyleLbl="node1" presStyleIdx="0" presStyleCnt="5"/>
      <dgm:spPr/>
    </dgm:pt>
    <dgm:pt modelId="{7D5FDDCA-B558-41DB-BBD6-19F13F976CE9}" type="pres">
      <dgm:prSet presAssocID="{89085C95-F88C-479C-A0E6-C6BB3E8C7184}" presName="imagNode" presStyleLbl="fgImgPlace1" presStyleIdx="0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 with solid fill"/>
        </a:ext>
      </dgm:extLst>
    </dgm:pt>
    <dgm:pt modelId="{BA602B77-DEAB-40D3-A95C-C5EAAA0251BD}" type="pres">
      <dgm:prSet presAssocID="{B0E18699-292B-41E7-A2C1-72435F61FCE8}" presName="sibTrans" presStyleLbl="sibTrans2D1" presStyleIdx="0" presStyleCnt="0"/>
      <dgm:spPr/>
    </dgm:pt>
    <dgm:pt modelId="{38541C90-7343-47A0-9AA1-0A54110B065F}" type="pres">
      <dgm:prSet presAssocID="{36EAF9C3-9D76-4858-AB7B-3DC53D11922A}" presName="compNode" presStyleCnt="0"/>
      <dgm:spPr/>
    </dgm:pt>
    <dgm:pt modelId="{CF85F315-683C-43CE-A2E6-A6928A603D75}" type="pres">
      <dgm:prSet presAssocID="{36EAF9C3-9D76-4858-AB7B-3DC53D11922A}" presName="bkgdShape" presStyleLbl="node1" presStyleIdx="1" presStyleCnt="5"/>
      <dgm:spPr/>
    </dgm:pt>
    <dgm:pt modelId="{75B5B3C2-458C-4619-B611-2093F1B5BDE4}" type="pres">
      <dgm:prSet presAssocID="{36EAF9C3-9D76-4858-AB7B-3DC53D11922A}" presName="nodeTx" presStyleLbl="node1" presStyleIdx="1" presStyleCnt="5">
        <dgm:presLayoutVars>
          <dgm:bulletEnabled val="1"/>
        </dgm:presLayoutVars>
      </dgm:prSet>
      <dgm:spPr/>
    </dgm:pt>
    <dgm:pt modelId="{293E4B8E-9A66-472F-BD54-112C8F453E41}" type="pres">
      <dgm:prSet presAssocID="{36EAF9C3-9D76-4858-AB7B-3DC53D11922A}" presName="invisiNode" presStyleLbl="node1" presStyleIdx="1" presStyleCnt="5"/>
      <dgm:spPr/>
    </dgm:pt>
    <dgm:pt modelId="{8856D5FF-1E3A-4577-A949-2F104F003738}" type="pres">
      <dgm:prSet presAssocID="{36EAF9C3-9D76-4858-AB7B-3DC53D11922A}" presName="imagNode" presStyleLbl="fgImgPlace1" presStyleIdx="1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 with solid fill"/>
        </a:ext>
      </dgm:extLst>
    </dgm:pt>
    <dgm:pt modelId="{B893DE2C-2681-4920-BFE9-09175286B4CE}" type="pres">
      <dgm:prSet presAssocID="{97DA5560-5FC5-4AE6-9B05-7D0F96CA90F3}" presName="sibTrans" presStyleLbl="sibTrans2D1" presStyleIdx="0" presStyleCnt="0"/>
      <dgm:spPr/>
    </dgm:pt>
    <dgm:pt modelId="{2D03DF45-04A0-4C41-9B05-4EC94F1333FE}" type="pres">
      <dgm:prSet presAssocID="{58F67C6A-5E05-4661-9F93-E7FB3E86DD58}" presName="compNode" presStyleCnt="0"/>
      <dgm:spPr/>
    </dgm:pt>
    <dgm:pt modelId="{93A7EAB9-8D3B-4389-9E22-05F4134EFD03}" type="pres">
      <dgm:prSet presAssocID="{58F67C6A-5E05-4661-9F93-E7FB3E86DD58}" presName="bkgdShape" presStyleLbl="node1" presStyleIdx="2" presStyleCnt="5"/>
      <dgm:spPr/>
    </dgm:pt>
    <dgm:pt modelId="{EA3EBB63-042A-4430-8DB4-287E192A5B87}" type="pres">
      <dgm:prSet presAssocID="{58F67C6A-5E05-4661-9F93-E7FB3E86DD58}" presName="nodeTx" presStyleLbl="node1" presStyleIdx="2" presStyleCnt="5">
        <dgm:presLayoutVars>
          <dgm:bulletEnabled val="1"/>
        </dgm:presLayoutVars>
      </dgm:prSet>
      <dgm:spPr/>
    </dgm:pt>
    <dgm:pt modelId="{6DFE0EC7-6351-4965-B991-33005C65535C}" type="pres">
      <dgm:prSet presAssocID="{58F67C6A-5E05-4661-9F93-E7FB3E86DD58}" presName="invisiNode" presStyleLbl="node1" presStyleIdx="2" presStyleCnt="5"/>
      <dgm:spPr/>
    </dgm:pt>
    <dgm:pt modelId="{5A4C95D5-DDF8-4CC3-84DB-CD8EEB78FB06}" type="pres">
      <dgm:prSet presAssocID="{58F67C6A-5E05-4661-9F93-E7FB3E86DD58}" presName="imagNode" presStyleLbl="fgImgPlace1" presStyleIdx="2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 with solid fill"/>
        </a:ext>
      </dgm:extLst>
    </dgm:pt>
    <dgm:pt modelId="{434A4B15-6444-486D-9534-E9673BAAAE5C}" type="pres">
      <dgm:prSet presAssocID="{7BD9F702-F1A9-4E30-A7BC-7E6B6EA8D002}" presName="sibTrans" presStyleLbl="sibTrans2D1" presStyleIdx="0" presStyleCnt="0"/>
      <dgm:spPr/>
    </dgm:pt>
    <dgm:pt modelId="{D94502FC-471C-4CAA-BC3B-728E1801918A}" type="pres">
      <dgm:prSet presAssocID="{99B9F5CB-8CC2-47DD-9EBC-F616F4660513}" presName="compNode" presStyleCnt="0"/>
      <dgm:spPr/>
    </dgm:pt>
    <dgm:pt modelId="{97921896-3B6F-4229-9DB7-5B3FCFA249C3}" type="pres">
      <dgm:prSet presAssocID="{99B9F5CB-8CC2-47DD-9EBC-F616F4660513}" presName="bkgdShape" presStyleLbl="node1" presStyleIdx="3" presStyleCnt="5"/>
      <dgm:spPr/>
    </dgm:pt>
    <dgm:pt modelId="{05F3FA15-C0AB-4BB1-8D0F-5D97D106AD4D}" type="pres">
      <dgm:prSet presAssocID="{99B9F5CB-8CC2-47DD-9EBC-F616F4660513}" presName="nodeTx" presStyleLbl="node1" presStyleIdx="3" presStyleCnt="5">
        <dgm:presLayoutVars>
          <dgm:bulletEnabled val="1"/>
        </dgm:presLayoutVars>
      </dgm:prSet>
      <dgm:spPr/>
    </dgm:pt>
    <dgm:pt modelId="{B6CF6510-BE8D-41C6-B551-75EB5A3C88CF}" type="pres">
      <dgm:prSet presAssocID="{99B9F5CB-8CC2-47DD-9EBC-F616F4660513}" presName="invisiNode" presStyleLbl="node1" presStyleIdx="3" presStyleCnt="5"/>
      <dgm:spPr/>
    </dgm:pt>
    <dgm:pt modelId="{7D0F712E-9633-479F-BA6C-B6BBE36BE633}" type="pres">
      <dgm:prSet presAssocID="{99B9F5CB-8CC2-47DD-9EBC-F616F4660513}" presName="imagNode" presStyleLbl="fgImgPlace1" presStyleIdx="3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uro with solid fill"/>
        </a:ext>
      </dgm:extLst>
    </dgm:pt>
    <dgm:pt modelId="{5891AD5E-B90B-427D-95F9-8596DD41D360}" type="pres">
      <dgm:prSet presAssocID="{E60C0E6C-436E-4D75-A1DB-DE4803B55FB6}" presName="sibTrans" presStyleLbl="sibTrans2D1" presStyleIdx="0" presStyleCnt="0"/>
      <dgm:spPr/>
    </dgm:pt>
    <dgm:pt modelId="{D4A40FE3-8696-419C-977D-4FD1C0AA190E}" type="pres">
      <dgm:prSet presAssocID="{947F2A0F-83A8-4B36-9769-8C08EB087C53}" presName="compNode" presStyleCnt="0"/>
      <dgm:spPr/>
    </dgm:pt>
    <dgm:pt modelId="{59B67F3D-8262-440A-911D-54D5F272A576}" type="pres">
      <dgm:prSet presAssocID="{947F2A0F-83A8-4B36-9769-8C08EB087C53}" presName="bkgdShape" presStyleLbl="node1" presStyleIdx="4" presStyleCnt="5"/>
      <dgm:spPr/>
    </dgm:pt>
    <dgm:pt modelId="{A9D0CF11-D129-4431-BC8A-E55403A024CE}" type="pres">
      <dgm:prSet presAssocID="{947F2A0F-83A8-4B36-9769-8C08EB087C53}" presName="nodeTx" presStyleLbl="node1" presStyleIdx="4" presStyleCnt="5">
        <dgm:presLayoutVars>
          <dgm:bulletEnabled val="1"/>
        </dgm:presLayoutVars>
      </dgm:prSet>
      <dgm:spPr/>
    </dgm:pt>
    <dgm:pt modelId="{712650B5-1B92-4C3A-9513-DEBE306DE104}" type="pres">
      <dgm:prSet presAssocID="{947F2A0F-83A8-4B36-9769-8C08EB087C53}" presName="invisiNode" presStyleLbl="node1" presStyleIdx="4" presStyleCnt="5"/>
      <dgm:spPr/>
    </dgm:pt>
    <dgm:pt modelId="{548B6589-C782-4F55-9514-214B08075196}" type="pres">
      <dgm:prSet presAssocID="{947F2A0F-83A8-4B36-9769-8C08EB087C53}" presName="imagNode" presStyleLbl="fgImgPlac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 with solid fill"/>
        </a:ext>
      </dgm:extLst>
    </dgm:pt>
  </dgm:ptLst>
  <dgm:cxnLst>
    <dgm:cxn modelId="{2E08BF2A-920A-4BA8-96E8-4C78FA0E8F30}" type="presOf" srcId="{89085C95-F88C-479C-A0E6-C6BB3E8C7184}" destId="{8BD4705B-1121-4575-80B0-47C4D4718611}" srcOrd="0" destOrd="0" presId="urn:microsoft.com/office/officeart/2005/8/layout/hList7"/>
    <dgm:cxn modelId="{556F242D-0799-4913-BA15-75642F33F30F}" type="presOf" srcId="{36EAF9C3-9D76-4858-AB7B-3DC53D11922A}" destId="{75B5B3C2-458C-4619-B611-2093F1B5BDE4}" srcOrd="1" destOrd="0" presId="urn:microsoft.com/office/officeart/2005/8/layout/hList7"/>
    <dgm:cxn modelId="{4A068E30-71CF-4154-87C7-5043733DD003}" type="presOf" srcId="{947F2A0F-83A8-4B36-9769-8C08EB087C53}" destId="{A9D0CF11-D129-4431-BC8A-E55403A024CE}" srcOrd="1" destOrd="0" presId="urn:microsoft.com/office/officeart/2005/8/layout/hList7"/>
    <dgm:cxn modelId="{E4340264-4BD1-4AE5-884B-D8326D072E66}" srcId="{CB5B9245-772C-46D9-A639-B9339CE5770E}" destId="{99B9F5CB-8CC2-47DD-9EBC-F616F4660513}" srcOrd="3" destOrd="0" parTransId="{0AF7D05E-F500-4769-B0DB-6185467BB7C7}" sibTransId="{E60C0E6C-436E-4D75-A1DB-DE4803B55FB6}"/>
    <dgm:cxn modelId="{44152754-CEDE-4158-8F3F-B0310439C1E4}" srcId="{CB5B9245-772C-46D9-A639-B9339CE5770E}" destId="{36EAF9C3-9D76-4858-AB7B-3DC53D11922A}" srcOrd="1" destOrd="0" parTransId="{4ED17EE3-3839-432A-8C78-ECBDE94A4A21}" sibTransId="{97DA5560-5FC5-4AE6-9B05-7D0F96CA90F3}"/>
    <dgm:cxn modelId="{9D75BB56-79CE-48D7-9F2A-E0F6191DFAB7}" type="presOf" srcId="{58F67C6A-5E05-4661-9F93-E7FB3E86DD58}" destId="{EA3EBB63-042A-4430-8DB4-287E192A5B87}" srcOrd="1" destOrd="0" presId="urn:microsoft.com/office/officeart/2005/8/layout/hList7"/>
    <dgm:cxn modelId="{D40B3D8C-5E8D-48F0-8437-4B51991FD700}" type="presOf" srcId="{99B9F5CB-8CC2-47DD-9EBC-F616F4660513}" destId="{05F3FA15-C0AB-4BB1-8D0F-5D97D106AD4D}" srcOrd="1" destOrd="0" presId="urn:microsoft.com/office/officeart/2005/8/layout/hList7"/>
    <dgm:cxn modelId="{E33D4498-2CA0-4038-B009-3ABF111E0109}" type="presOf" srcId="{947F2A0F-83A8-4B36-9769-8C08EB087C53}" destId="{59B67F3D-8262-440A-911D-54D5F272A576}" srcOrd="0" destOrd="0" presId="urn:microsoft.com/office/officeart/2005/8/layout/hList7"/>
    <dgm:cxn modelId="{3C639EA0-986B-4ED0-B0B0-9A13909EFAEB}" srcId="{CB5B9245-772C-46D9-A639-B9339CE5770E}" destId="{58F67C6A-5E05-4661-9F93-E7FB3E86DD58}" srcOrd="2" destOrd="0" parTransId="{DA320D57-E20E-4936-B466-BABEEFA5DFA0}" sibTransId="{7BD9F702-F1A9-4E30-A7BC-7E6B6EA8D002}"/>
    <dgm:cxn modelId="{814E48A6-689F-414A-85E7-5C8A873DC581}" type="presOf" srcId="{97DA5560-5FC5-4AE6-9B05-7D0F96CA90F3}" destId="{B893DE2C-2681-4920-BFE9-09175286B4CE}" srcOrd="0" destOrd="0" presId="urn:microsoft.com/office/officeart/2005/8/layout/hList7"/>
    <dgm:cxn modelId="{8C7546B8-F780-4A90-BC23-27F7E5A04236}" type="presOf" srcId="{E60C0E6C-436E-4D75-A1DB-DE4803B55FB6}" destId="{5891AD5E-B90B-427D-95F9-8596DD41D360}" srcOrd="0" destOrd="0" presId="urn:microsoft.com/office/officeart/2005/8/layout/hList7"/>
    <dgm:cxn modelId="{9A1001C1-F522-411F-99A8-DC4E9FDADA4E}" type="presOf" srcId="{36EAF9C3-9D76-4858-AB7B-3DC53D11922A}" destId="{CF85F315-683C-43CE-A2E6-A6928A603D75}" srcOrd="0" destOrd="0" presId="urn:microsoft.com/office/officeart/2005/8/layout/hList7"/>
    <dgm:cxn modelId="{28A196C8-3059-43E8-A5E7-499723730D67}" type="presOf" srcId="{58F67C6A-5E05-4661-9F93-E7FB3E86DD58}" destId="{93A7EAB9-8D3B-4389-9E22-05F4134EFD03}" srcOrd="0" destOrd="0" presId="urn:microsoft.com/office/officeart/2005/8/layout/hList7"/>
    <dgm:cxn modelId="{4CA988CD-4556-4BCB-A7E5-F31A83CFCEB9}" srcId="{CB5B9245-772C-46D9-A639-B9339CE5770E}" destId="{89085C95-F88C-479C-A0E6-C6BB3E8C7184}" srcOrd="0" destOrd="0" parTransId="{10E6705E-E147-4B74-B5D3-AE423DAD08BC}" sibTransId="{B0E18699-292B-41E7-A2C1-72435F61FCE8}"/>
    <dgm:cxn modelId="{B69AC9D5-5392-4863-B2D0-FD621014EBDF}" srcId="{CB5B9245-772C-46D9-A639-B9339CE5770E}" destId="{947F2A0F-83A8-4B36-9769-8C08EB087C53}" srcOrd="4" destOrd="0" parTransId="{17403F7F-2966-4FBF-96E1-6FD361B01A4B}" sibTransId="{926685B9-72CE-4C60-8496-E272A3BA81CE}"/>
    <dgm:cxn modelId="{07219CDE-B9DD-4937-A59B-4A4539C88C8C}" type="presOf" srcId="{7BD9F702-F1A9-4E30-A7BC-7E6B6EA8D002}" destId="{434A4B15-6444-486D-9534-E9673BAAAE5C}" srcOrd="0" destOrd="0" presId="urn:microsoft.com/office/officeart/2005/8/layout/hList7"/>
    <dgm:cxn modelId="{E974FFE6-4645-4CBB-8889-1F5C4E8A7A03}" type="presOf" srcId="{B0E18699-292B-41E7-A2C1-72435F61FCE8}" destId="{BA602B77-DEAB-40D3-A95C-C5EAAA0251BD}" srcOrd="0" destOrd="0" presId="urn:microsoft.com/office/officeart/2005/8/layout/hList7"/>
    <dgm:cxn modelId="{EBCD70EA-EA1E-442C-9825-FD6112E4C072}" type="presOf" srcId="{89085C95-F88C-479C-A0E6-C6BB3E8C7184}" destId="{8B20E863-871C-48AC-B248-3E188E2078F8}" srcOrd="1" destOrd="0" presId="urn:microsoft.com/office/officeart/2005/8/layout/hList7"/>
    <dgm:cxn modelId="{BCCD73F1-125C-43F4-937D-DBDBF9D8C1CE}" type="presOf" srcId="{CB5B9245-772C-46D9-A639-B9339CE5770E}" destId="{2DA3D5D1-5542-4891-B988-AD9A6760FFF2}" srcOrd="0" destOrd="0" presId="urn:microsoft.com/office/officeart/2005/8/layout/hList7"/>
    <dgm:cxn modelId="{73A84CF4-1CDE-468D-83B1-60DDB5CB5AB7}" type="presOf" srcId="{99B9F5CB-8CC2-47DD-9EBC-F616F4660513}" destId="{97921896-3B6F-4229-9DB7-5B3FCFA249C3}" srcOrd="0" destOrd="0" presId="urn:microsoft.com/office/officeart/2005/8/layout/hList7"/>
    <dgm:cxn modelId="{095F7B88-D1D6-4143-A1BB-F91E4BC714D8}" type="presParOf" srcId="{2DA3D5D1-5542-4891-B988-AD9A6760FFF2}" destId="{E6B3FF80-E7B0-489B-918F-EB5627C2BD9A}" srcOrd="0" destOrd="0" presId="urn:microsoft.com/office/officeart/2005/8/layout/hList7"/>
    <dgm:cxn modelId="{4070449A-0CA0-4C5F-8A1D-20CB8E3E6849}" type="presParOf" srcId="{2DA3D5D1-5542-4891-B988-AD9A6760FFF2}" destId="{8AB52ABB-F0D1-4E60-94FE-59FED8B07549}" srcOrd="1" destOrd="0" presId="urn:microsoft.com/office/officeart/2005/8/layout/hList7"/>
    <dgm:cxn modelId="{061A8D8E-6AE8-455B-B68E-36955F46406C}" type="presParOf" srcId="{8AB52ABB-F0D1-4E60-94FE-59FED8B07549}" destId="{0EF3EC8B-C771-4DED-A7AD-806582EC5B5C}" srcOrd="0" destOrd="0" presId="urn:microsoft.com/office/officeart/2005/8/layout/hList7"/>
    <dgm:cxn modelId="{888EC720-95E0-4862-B824-DB46D96EEC43}" type="presParOf" srcId="{0EF3EC8B-C771-4DED-A7AD-806582EC5B5C}" destId="{8BD4705B-1121-4575-80B0-47C4D4718611}" srcOrd="0" destOrd="0" presId="urn:microsoft.com/office/officeart/2005/8/layout/hList7"/>
    <dgm:cxn modelId="{7176D8F4-3E3F-4F68-BE2C-E74FAB4A470E}" type="presParOf" srcId="{0EF3EC8B-C771-4DED-A7AD-806582EC5B5C}" destId="{8B20E863-871C-48AC-B248-3E188E2078F8}" srcOrd="1" destOrd="0" presId="urn:microsoft.com/office/officeart/2005/8/layout/hList7"/>
    <dgm:cxn modelId="{9B9BB812-8634-4A5C-9447-4D306B15E5A1}" type="presParOf" srcId="{0EF3EC8B-C771-4DED-A7AD-806582EC5B5C}" destId="{26437005-5A50-4B61-8C33-D6D96DA8F1CE}" srcOrd="2" destOrd="0" presId="urn:microsoft.com/office/officeart/2005/8/layout/hList7"/>
    <dgm:cxn modelId="{0E0B8A14-29D1-44BC-AD93-D108FD6F97B5}" type="presParOf" srcId="{0EF3EC8B-C771-4DED-A7AD-806582EC5B5C}" destId="{7D5FDDCA-B558-41DB-BBD6-19F13F976CE9}" srcOrd="3" destOrd="0" presId="urn:microsoft.com/office/officeart/2005/8/layout/hList7"/>
    <dgm:cxn modelId="{73C31E64-DDB7-43F4-99F8-32E171F99DF8}" type="presParOf" srcId="{8AB52ABB-F0D1-4E60-94FE-59FED8B07549}" destId="{BA602B77-DEAB-40D3-A95C-C5EAAA0251BD}" srcOrd="1" destOrd="0" presId="urn:microsoft.com/office/officeart/2005/8/layout/hList7"/>
    <dgm:cxn modelId="{A6AB6992-FEBF-41E5-9D54-9EFD849F8A0A}" type="presParOf" srcId="{8AB52ABB-F0D1-4E60-94FE-59FED8B07549}" destId="{38541C90-7343-47A0-9AA1-0A54110B065F}" srcOrd="2" destOrd="0" presId="urn:microsoft.com/office/officeart/2005/8/layout/hList7"/>
    <dgm:cxn modelId="{4674DF54-FFF4-412F-9276-3A342C200AEA}" type="presParOf" srcId="{38541C90-7343-47A0-9AA1-0A54110B065F}" destId="{CF85F315-683C-43CE-A2E6-A6928A603D75}" srcOrd="0" destOrd="0" presId="urn:microsoft.com/office/officeart/2005/8/layout/hList7"/>
    <dgm:cxn modelId="{59CF0245-CB99-4883-8E23-796F8FF099F9}" type="presParOf" srcId="{38541C90-7343-47A0-9AA1-0A54110B065F}" destId="{75B5B3C2-458C-4619-B611-2093F1B5BDE4}" srcOrd="1" destOrd="0" presId="urn:microsoft.com/office/officeart/2005/8/layout/hList7"/>
    <dgm:cxn modelId="{595F914E-ED85-4FDE-AC1C-9DC09502F55C}" type="presParOf" srcId="{38541C90-7343-47A0-9AA1-0A54110B065F}" destId="{293E4B8E-9A66-472F-BD54-112C8F453E41}" srcOrd="2" destOrd="0" presId="urn:microsoft.com/office/officeart/2005/8/layout/hList7"/>
    <dgm:cxn modelId="{04919F09-909D-4168-AC13-BAB2E11E6F3B}" type="presParOf" srcId="{38541C90-7343-47A0-9AA1-0A54110B065F}" destId="{8856D5FF-1E3A-4577-A949-2F104F003738}" srcOrd="3" destOrd="0" presId="urn:microsoft.com/office/officeart/2005/8/layout/hList7"/>
    <dgm:cxn modelId="{F56B1C58-4A92-4983-8375-565BC13ED94F}" type="presParOf" srcId="{8AB52ABB-F0D1-4E60-94FE-59FED8B07549}" destId="{B893DE2C-2681-4920-BFE9-09175286B4CE}" srcOrd="3" destOrd="0" presId="urn:microsoft.com/office/officeart/2005/8/layout/hList7"/>
    <dgm:cxn modelId="{628AD661-60CD-45D1-96CF-3E757B68C275}" type="presParOf" srcId="{8AB52ABB-F0D1-4E60-94FE-59FED8B07549}" destId="{2D03DF45-04A0-4C41-9B05-4EC94F1333FE}" srcOrd="4" destOrd="0" presId="urn:microsoft.com/office/officeart/2005/8/layout/hList7"/>
    <dgm:cxn modelId="{C417F515-7990-4767-A43C-F49449403959}" type="presParOf" srcId="{2D03DF45-04A0-4C41-9B05-4EC94F1333FE}" destId="{93A7EAB9-8D3B-4389-9E22-05F4134EFD03}" srcOrd="0" destOrd="0" presId="urn:microsoft.com/office/officeart/2005/8/layout/hList7"/>
    <dgm:cxn modelId="{33DDDC38-AAE1-4198-A0A2-6821A4A50CD2}" type="presParOf" srcId="{2D03DF45-04A0-4C41-9B05-4EC94F1333FE}" destId="{EA3EBB63-042A-4430-8DB4-287E192A5B87}" srcOrd="1" destOrd="0" presId="urn:microsoft.com/office/officeart/2005/8/layout/hList7"/>
    <dgm:cxn modelId="{C716FE90-6C41-420B-9AF2-8AF9B7E7FFD0}" type="presParOf" srcId="{2D03DF45-04A0-4C41-9B05-4EC94F1333FE}" destId="{6DFE0EC7-6351-4965-B991-33005C65535C}" srcOrd="2" destOrd="0" presId="urn:microsoft.com/office/officeart/2005/8/layout/hList7"/>
    <dgm:cxn modelId="{6F9FA3B4-63F3-4135-A295-DC8909A43D2B}" type="presParOf" srcId="{2D03DF45-04A0-4C41-9B05-4EC94F1333FE}" destId="{5A4C95D5-DDF8-4CC3-84DB-CD8EEB78FB06}" srcOrd="3" destOrd="0" presId="urn:microsoft.com/office/officeart/2005/8/layout/hList7"/>
    <dgm:cxn modelId="{8D335E9C-49E7-4EE5-90B3-C57A0396C6FC}" type="presParOf" srcId="{8AB52ABB-F0D1-4E60-94FE-59FED8B07549}" destId="{434A4B15-6444-486D-9534-E9673BAAAE5C}" srcOrd="5" destOrd="0" presId="urn:microsoft.com/office/officeart/2005/8/layout/hList7"/>
    <dgm:cxn modelId="{B03E078D-3F47-4203-9E70-5D0345154E83}" type="presParOf" srcId="{8AB52ABB-F0D1-4E60-94FE-59FED8B07549}" destId="{D94502FC-471C-4CAA-BC3B-728E1801918A}" srcOrd="6" destOrd="0" presId="urn:microsoft.com/office/officeart/2005/8/layout/hList7"/>
    <dgm:cxn modelId="{B0DA05AD-C523-4459-9A49-0A947D750D55}" type="presParOf" srcId="{D94502FC-471C-4CAA-BC3B-728E1801918A}" destId="{97921896-3B6F-4229-9DB7-5B3FCFA249C3}" srcOrd="0" destOrd="0" presId="urn:microsoft.com/office/officeart/2005/8/layout/hList7"/>
    <dgm:cxn modelId="{44134CD9-1654-4523-A7BE-FF710C799496}" type="presParOf" srcId="{D94502FC-471C-4CAA-BC3B-728E1801918A}" destId="{05F3FA15-C0AB-4BB1-8D0F-5D97D106AD4D}" srcOrd="1" destOrd="0" presId="urn:microsoft.com/office/officeart/2005/8/layout/hList7"/>
    <dgm:cxn modelId="{AE92B059-45E0-435F-83D1-BBA24006BD81}" type="presParOf" srcId="{D94502FC-471C-4CAA-BC3B-728E1801918A}" destId="{B6CF6510-BE8D-41C6-B551-75EB5A3C88CF}" srcOrd="2" destOrd="0" presId="urn:microsoft.com/office/officeart/2005/8/layout/hList7"/>
    <dgm:cxn modelId="{0E83AFBF-BBE6-422E-9BCD-964182E7CA98}" type="presParOf" srcId="{D94502FC-471C-4CAA-BC3B-728E1801918A}" destId="{7D0F712E-9633-479F-BA6C-B6BBE36BE633}" srcOrd="3" destOrd="0" presId="urn:microsoft.com/office/officeart/2005/8/layout/hList7"/>
    <dgm:cxn modelId="{1F31CE6B-D8E6-4D59-9B55-9C4067DE3C39}" type="presParOf" srcId="{8AB52ABB-F0D1-4E60-94FE-59FED8B07549}" destId="{5891AD5E-B90B-427D-95F9-8596DD41D360}" srcOrd="7" destOrd="0" presId="urn:microsoft.com/office/officeart/2005/8/layout/hList7"/>
    <dgm:cxn modelId="{969E1759-6E16-403C-80BB-108D30BA2B79}" type="presParOf" srcId="{8AB52ABB-F0D1-4E60-94FE-59FED8B07549}" destId="{D4A40FE3-8696-419C-977D-4FD1C0AA190E}" srcOrd="8" destOrd="0" presId="urn:microsoft.com/office/officeart/2005/8/layout/hList7"/>
    <dgm:cxn modelId="{148D1CA5-AF3A-483D-BCAB-73DA602B11E9}" type="presParOf" srcId="{D4A40FE3-8696-419C-977D-4FD1C0AA190E}" destId="{59B67F3D-8262-440A-911D-54D5F272A576}" srcOrd="0" destOrd="0" presId="urn:microsoft.com/office/officeart/2005/8/layout/hList7"/>
    <dgm:cxn modelId="{4583031F-2806-4503-BB63-CD2C88BCAB38}" type="presParOf" srcId="{D4A40FE3-8696-419C-977D-4FD1C0AA190E}" destId="{A9D0CF11-D129-4431-BC8A-E55403A024CE}" srcOrd="1" destOrd="0" presId="urn:microsoft.com/office/officeart/2005/8/layout/hList7"/>
    <dgm:cxn modelId="{E99D26BA-E7E8-416E-9DCB-C1A9331500B9}" type="presParOf" srcId="{D4A40FE3-8696-419C-977D-4FD1C0AA190E}" destId="{712650B5-1B92-4C3A-9513-DEBE306DE104}" srcOrd="2" destOrd="0" presId="urn:microsoft.com/office/officeart/2005/8/layout/hList7"/>
    <dgm:cxn modelId="{7A2BDBAA-20AC-4973-8F99-A8E5FB2BC8A5}" type="presParOf" srcId="{D4A40FE3-8696-419C-977D-4FD1C0AA190E}" destId="{548B6589-C782-4F55-9514-214B08075196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2EEE2D3-66DA-4EC6-9CC1-D071A8863D6B}" type="doc">
      <dgm:prSet loTypeId="urn:microsoft.com/office/officeart/2005/8/layout/vList3" loCatId="list" qsTypeId="urn:microsoft.com/office/officeart/2005/8/quickstyle/simple4" qsCatId="simple" csTypeId="urn:microsoft.com/office/officeart/2005/8/colors/accent1_3" csCatId="accent1" phldr="1"/>
      <dgm:spPr/>
      <dgm:t>
        <a:bodyPr/>
        <a:lstStyle/>
        <a:p>
          <a:endParaRPr lang="en-GB"/>
        </a:p>
      </dgm:t>
    </dgm:pt>
    <dgm:pt modelId="{297018DF-EBF1-47E1-85CD-A1C93CEE8DDB}">
      <dgm:prSet phldrT="[Text]"/>
      <dgm:spPr/>
      <dgm:t>
        <a:bodyPr/>
        <a:lstStyle/>
        <a:p>
          <a:pPr>
            <a:buNone/>
          </a:pPr>
          <a:r>
            <a:rPr lang="en-GB" sz="2700" dirty="0"/>
            <a:t>Loyalty is driven by:</a:t>
          </a:r>
        </a:p>
      </dgm:t>
    </dgm:pt>
    <dgm:pt modelId="{FE671ACA-A266-43F9-98FD-E3100C91EA72}" type="parTrans" cxnId="{90650FB4-E714-43E8-83F3-99F6F76EF2EE}">
      <dgm:prSet/>
      <dgm:spPr/>
      <dgm:t>
        <a:bodyPr/>
        <a:lstStyle/>
        <a:p>
          <a:endParaRPr lang="en-GB"/>
        </a:p>
      </dgm:t>
    </dgm:pt>
    <dgm:pt modelId="{31CB8A78-F3E5-415B-9D0B-F194333A7981}" type="sibTrans" cxnId="{90650FB4-E714-43E8-83F3-99F6F76EF2EE}">
      <dgm:prSet/>
      <dgm:spPr/>
      <dgm:t>
        <a:bodyPr/>
        <a:lstStyle/>
        <a:p>
          <a:endParaRPr lang="en-GB"/>
        </a:p>
      </dgm:t>
    </dgm:pt>
    <dgm:pt modelId="{013322FE-7FE3-4971-B814-4480F4B21447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GB" sz="2800" dirty="0"/>
            <a:t>Spending behaviour (strongest) </a:t>
          </a:r>
        </a:p>
      </dgm:t>
    </dgm:pt>
    <dgm:pt modelId="{CCC2BFFD-530C-4002-A079-A754B82F139F}" type="parTrans" cxnId="{8329675A-E51C-4A3A-8E41-764090D00174}">
      <dgm:prSet/>
      <dgm:spPr/>
      <dgm:t>
        <a:bodyPr/>
        <a:lstStyle/>
        <a:p>
          <a:endParaRPr lang="en-GB"/>
        </a:p>
      </dgm:t>
    </dgm:pt>
    <dgm:pt modelId="{BBF780EE-ACFE-4811-B751-ABD0FBAA7BFF}" type="sibTrans" cxnId="{8329675A-E51C-4A3A-8E41-764090D00174}">
      <dgm:prSet/>
      <dgm:spPr/>
      <dgm:t>
        <a:bodyPr/>
        <a:lstStyle/>
        <a:p>
          <a:endParaRPr lang="en-GB"/>
        </a:p>
      </dgm:t>
    </dgm:pt>
    <dgm:pt modelId="{2DC5263A-0635-47C2-87F0-519FC178B10D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GB" sz="2800" dirty="0"/>
            <a:t>Income (secondary) </a:t>
          </a:r>
        </a:p>
      </dgm:t>
    </dgm:pt>
    <dgm:pt modelId="{87022F43-EF53-4A8A-9C1B-FC0338DE1666}" type="parTrans" cxnId="{65EDBD89-C9F6-42A6-9E44-D1AB6EA7B907}">
      <dgm:prSet/>
      <dgm:spPr/>
      <dgm:t>
        <a:bodyPr/>
        <a:lstStyle/>
        <a:p>
          <a:endParaRPr lang="en-GB"/>
        </a:p>
      </dgm:t>
    </dgm:pt>
    <dgm:pt modelId="{63419C6A-B744-4623-86A1-66B090D3FA83}" type="sibTrans" cxnId="{65EDBD89-C9F6-42A6-9E44-D1AB6EA7B907}">
      <dgm:prSet/>
      <dgm:spPr/>
      <dgm:t>
        <a:bodyPr/>
        <a:lstStyle/>
        <a:p>
          <a:endParaRPr lang="en-GB"/>
        </a:p>
      </dgm:t>
    </dgm:pt>
    <dgm:pt modelId="{CE758DF8-721B-46A9-86B1-A3D224172EBB}">
      <dgm:prSet/>
      <dgm:spPr/>
      <dgm:t>
        <a:bodyPr/>
        <a:lstStyle/>
        <a:p>
          <a:pPr>
            <a:buNone/>
          </a:pPr>
          <a:r>
            <a:rPr lang="en-GB" sz="2700" dirty="0"/>
            <a:t> Weak influence:</a:t>
          </a:r>
        </a:p>
      </dgm:t>
    </dgm:pt>
    <dgm:pt modelId="{312869E0-F526-4875-9FB2-A5D00FE40652}" type="parTrans" cxnId="{8A19BA06-0095-4D30-88AC-2A85E770879A}">
      <dgm:prSet/>
      <dgm:spPr/>
      <dgm:t>
        <a:bodyPr/>
        <a:lstStyle/>
        <a:p>
          <a:endParaRPr lang="en-GB"/>
        </a:p>
      </dgm:t>
    </dgm:pt>
    <dgm:pt modelId="{DC0EEE26-DEBD-408F-A945-E67059B07EFC}" type="sibTrans" cxnId="{8A19BA06-0095-4D30-88AC-2A85E770879A}">
      <dgm:prSet/>
      <dgm:spPr/>
      <dgm:t>
        <a:bodyPr/>
        <a:lstStyle/>
        <a:p>
          <a:endParaRPr lang="en-GB"/>
        </a:p>
      </dgm:t>
    </dgm:pt>
    <dgm:pt modelId="{EA695FA2-BC09-4640-B20D-128F008FA7DB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GB" sz="2400" dirty="0"/>
            <a:t>Age </a:t>
          </a:r>
        </a:p>
      </dgm:t>
    </dgm:pt>
    <dgm:pt modelId="{82A06871-E110-4970-9B50-819B9B9759B8}" type="parTrans" cxnId="{D7F986F0-1CA3-46E7-85AE-D57FC336EB57}">
      <dgm:prSet/>
      <dgm:spPr/>
      <dgm:t>
        <a:bodyPr/>
        <a:lstStyle/>
        <a:p>
          <a:endParaRPr lang="en-GB"/>
        </a:p>
      </dgm:t>
    </dgm:pt>
    <dgm:pt modelId="{AE0DDDD8-4B40-48AB-82A0-37DADA036F78}" type="sibTrans" cxnId="{D7F986F0-1CA3-46E7-85AE-D57FC336EB57}">
      <dgm:prSet/>
      <dgm:spPr/>
      <dgm:t>
        <a:bodyPr/>
        <a:lstStyle/>
        <a:p>
          <a:endParaRPr lang="en-GB"/>
        </a:p>
      </dgm:t>
    </dgm:pt>
    <dgm:pt modelId="{3A7634AC-6F41-413C-A91D-3CF8FDE08ED0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GB" sz="2400"/>
            <a:t>Education </a:t>
          </a:r>
        </a:p>
      </dgm:t>
    </dgm:pt>
    <dgm:pt modelId="{9193FD18-54E3-4C3F-8AD8-B17EB495BF29}" type="parTrans" cxnId="{C154FBE4-B9BB-4103-BB89-3173866B614C}">
      <dgm:prSet/>
      <dgm:spPr/>
      <dgm:t>
        <a:bodyPr/>
        <a:lstStyle/>
        <a:p>
          <a:endParaRPr lang="en-GB"/>
        </a:p>
      </dgm:t>
    </dgm:pt>
    <dgm:pt modelId="{C2D0ED54-2142-4001-934B-6B23C3BE9863}" type="sibTrans" cxnId="{C154FBE4-B9BB-4103-BB89-3173866B614C}">
      <dgm:prSet/>
      <dgm:spPr/>
      <dgm:t>
        <a:bodyPr/>
        <a:lstStyle/>
        <a:p>
          <a:endParaRPr lang="en-GB"/>
        </a:p>
      </dgm:t>
    </dgm:pt>
    <dgm:pt modelId="{363B3840-77D8-42CB-9FF7-83C660A0A6A1}">
      <dgm:prSet custT="1"/>
      <dgm:spPr/>
      <dgm:t>
        <a:bodyPr/>
        <a:lstStyle/>
        <a:p>
          <a:pPr>
            <a:buSzPts val="1000"/>
            <a:buFont typeface="Symbol" panose="05050102010706020507" pitchFamily="18" charset="2"/>
            <a:buChar char=""/>
          </a:pPr>
          <a:r>
            <a:rPr lang="en-GB" sz="2400" dirty="0"/>
            <a:t>Product </a:t>
          </a:r>
        </a:p>
      </dgm:t>
    </dgm:pt>
    <dgm:pt modelId="{1EB5C3FB-517A-4DB0-801A-6C3D92755DEA}" type="parTrans" cxnId="{0D073AA5-6DF0-4038-AF29-2D1BBC0BB870}">
      <dgm:prSet/>
      <dgm:spPr/>
      <dgm:t>
        <a:bodyPr/>
        <a:lstStyle/>
        <a:p>
          <a:endParaRPr lang="en-GB"/>
        </a:p>
      </dgm:t>
    </dgm:pt>
    <dgm:pt modelId="{642E6730-87B2-4251-8BB0-82DADA09FC90}" type="sibTrans" cxnId="{0D073AA5-6DF0-4038-AF29-2D1BBC0BB870}">
      <dgm:prSet/>
      <dgm:spPr/>
      <dgm:t>
        <a:bodyPr/>
        <a:lstStyle/>
        <a:p>
          <a:endParaRPr lang="en-GB"/>
        </a:p>
      </dgm:t>
    </dgm:pt>
    <dgm:pt modelId="{7A61CEB1-ABAE-433B-9142-C3EB56F4D836}" type="pres">
      <dgm:prSet presAssocID="{62EEE2D3-66DA-4EC6-9CC1-D071A8863D6B}" presName="linearFlow" presStyleCnt="0">
        <dgm:presLayoutVars>
          <dgm:dir/>
          <dgm:resizeHandles val="exact"/>
        </dgm:presLayoutVars>
      </dgm:prSet>
      <dgm:spPr/>
    </dgm:pt>
    <dgm:pt modelId="{79DE3DD8-7EC2-4FC3-9A54-10B27196A936}" type="pres">
      <dgm:prSet presAssocID="{297018DF-EBF1-47E1-85CD-A1C93CEE8DDB}" presName="composite" presStyleCnt="0"/>
      <dgm:spPr/>
    </dgm:pt>
    <dgm:pt modelId="{1E4FE07F-6F83-4BCE-ADA6-3FBCD39B7CFE}" type="pres">
      <dgm:prSet presAssocID="{297018DF-EBF1-47E1-85CD-A1C93CEE8DDB}" presName="imgShp" presStyleLbl="fgImgPlac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ck with solid fill"/>
        </a:ext>
      </dgm:extLst>
    </dgm:pt>
    <dgm:pt modelId="{366AD528-067C-49A9-8DA7-9185190E6487}" type="pres">
      <dgm:prSet presAssocID="{297018DF-EBF1-47E1-85CD-A1C93CEE8DDB}" presName="txShp" presStyleLbl="node1" presStyleIdx="0" presStyleCnt="2">
        <dgm:presLayoutVars>
          <dgm:bulletEnabled val="1"/>
        </dgm:presLayoutVars>
      </dgm:prSet>
      <dgm:spPr/>
    </dgm:pt>
    <dgm:pt modelId="{FFE0A674-9BDD-4285-BBE2-C539635F6ACD}" type="pres">
      <dgm:prSet presAssocID="{31CB8A78-F3E5-415B-9D0B-F194333A7981}" presName="spacing" presStyleCnt="0"/>
      <dgm:spPr/>
    </dgm:pt>
    <dgm:pt modelId="{CFBAF991-E7B3-4037-ADEE-33E833D827F1}" type="pres">
      <dgm:prSet presAssocID="{CE758DF8-721B-46A9-86B1-A3D224172EBB}" presName="composite" presStyleCnt="0"/>
      <dgm:spPr/>
    </dgm:pt>
    <dgm:pt modelId="{D0B424D8-9F3D-4DBB-A21A-84F10B57969D}" type="pres">
      <dgm:prSet presAssocID="{CE758DF8-721B-46A9-86B1-A3D224172EBB}" presName="imgShp" presStyleLbl="fgImgPlac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se with solid fill"/>
        </a:ext>
      </dgm:extLst>
    </dgm:pt>
    <dgm:pt modelId="{9974FE47-78BE-422D-968D-00B3A96ACB63}" type="pres">
      <dgm:prSet presAssocID="{CE758DF8-721B-46A9-86B1-A3D224172EBB}" presName="txShp" presStyleLbl="node1" presStyleIdx="1" presStyleCnt="2">
        <dgm:presLayoutVars>
          <dgm:bulletEnabled val="1"/>
        </dgm:presLayoutVars>
      </dgm:prSet>
      <dgm:spPr/>
    </dgm:pt>
  </dgm:ptLst>
  <dgm:cxnLst>
    <dgm:cxn modelId="{8A19BA06-0095-4D30-88AC-2A85E770879A}" srcId="{62EEE2D3-66DA-4EC6-9CC1-D071A8863D6B}" destId="{CE758DF8-721B-46A9-86B1-A3D224172EBB}" srcOrd="1" destOrd="0" parTransId="{312869E0-F526-4875-9FB2-A5D00FE40652}" sibTransId="{DC0EEE26-DEBD-408F-A945-E67059B07EFC}"/>
    <dgm:cxn modelId="{CD6A200C-C8A2-4324-A671-D64D5F3EB23E}" type="presOf" srcId="{3A7634AC-6F41-413C-A91D-3CF8FDE08ED0}" destId="{9974FE47-78BE-422D-968D-00B3A96ACB63}" srcOrd="0" destOrd="2" presId="urn:microsoft.com/office/officeart/2005/8/layout/vList3"/>
    <dgm:cxn modelId="{24E86B23-9C1B-4F1E-9722-C72B908627A7}" type="presOf" srcId="{2DC5263A-0635-47C2-87F0-519FC178B10D}" destId="{366AD528-067C-49A9-8DA7-9185190E6487}" srcOrd="0" destOrd="2" presId="urn:microsoft.com/office/officeart/2005/8/layout/vList3"/>
    <dgm:cxn modelId="{D93B674A-EDA1-4C0A-AE49-32FE09F587CA}" type="presOf" srcId="{EA695FA2-BC09-4640-B20D-128F008FA7DB}" destId="{9974FE47-78BE-422D-968D-00B3A96ACB63}" srcOrd="0" destOrd="1" presId="urn:microsoft.com/office/officeart/2005/8/layout/vList3"/>
    <dgm:cxn modelId="{53514E72-8DE6-4CBE-9B6C-DB5E0F6320F0}" type="presOf" srcId="{013322FE-7FE3-4971-B814-4480F4B21447}" destId="{366AD528-067C-49A9-8DA7-9185190E6487}" srcOrd="0" destOrd="1" presId="urn:microsoft.com/office/officeart/2005/8/layout/vList3"/>
    <dgm:cxn modelId="{DF0F2159-7EB7-4E29-85CB-C019F3335857}" type="presOf" srcId="{363B3840-77D8-42CB-9FF7-83C660A0A6A1}" destId="{9974FE47-78BE-422D-968D-00B3A96ACB63}" srcOrd="0" destOrd="3" presId="urn:microsoft.com/office/officeart/2005/8/layout/vList3"/>
    <dgm:cxn modelId="{8329675A-E51C-4A3A-8E41-764090D00174}" srcId="{297018DF-EBF1-47E1-85CD-A1C93CEE8DDB}" destId="{013322FE-7FE3-4971-B814-4480F4B21447}" srcOrd="0" destOrd="0" parTransId="{CCC2BFFD-530C-4002-A079-A754B82F139F}" sibTransId="{BBF780EE-ACFE-4811-B751-ABD0FBAA7BFF}"/>
    <dgm:cxn modelId="{8810FF5A-6D35-4D02-9770-E8C5DE0161D1}" type="presOf" srcId="{62EEE2D3-66DA-4EC6-9CC1-D071A8863D6B}" destId="{7A61CEB1-ABAE-433B-9142-C3EB56F4D836}" srcOrd="0" destOrd="0" presId="urn:microsoft.com/office/officeart/2005/8/layout/vList3"/>
    <dgm:cxn modelId="{65EDBD89-C9F6-42A6-9E44-D1AB6EA7B907}" srcId="{297018DF-EBF1-47E1-85CD-A1C93CEE8DDB}" destId="{2DC5263A-0635-47C2-87F0-519FC178B10D}" srcOrd="1" destOrd="0" parTransId="{87022F43-EF53-4A8A-9C1B-FC0338DE1666}" sibTransId="{63419C6A-B744-4623-86A1-66B090D3FA83}"/>
    <dgm:cxn modelId="{0D073AA5-6DF0-4038-AF29-2D1BBC0BB870}" srcId="{CE758DF8-721B-46A9-86B1-A3D224172EBB}" destId="{363B3840-77D8-42CB-9FF7-83C660A0A6A1}" srcOrd="2" destOrd="0" parTransId="{1EB5C3FB-517A-4DB0-801A-6C3D92755DEA}" sibTransId="{642E6730-87B2-4251-8BB0-82DADA09FC90}"/>
    <dgm:cxn modelId="{90650FB4-E714-43E8-83F3-99F6F76EF2EE}" srcId="{62EEE2D3-66DA-4EC6-9CC1-D071A8863D6B}" destId="{297018DF-EBF1-47E1-85CD-A1C93CEE8DDB}" srcOrd="0" destOrd="0" parTransId="{FE671ACA-A266-43F9-98FD-E3100C91EA72}" sibTransId="{31CB8A78-F3E5-415B-9D0B-F194333A7981}"/>
    <dgm:cxn modelId="{CFA20BBB-DCAF-4941-B131-E56AB7C67A5E}" type="presOf" srcId="{297018DF-EBF1-47E1-85CD-A1C93CEE8DDB}" destId="{366AD528-067C-49A9-8DA7-9185190E6487}" srcOrd="0" destOrd="0" presId="urn:microsoft.com/office/officeart/2005/8/layout/vList3"/>
    <dgm:cxn modelId="{78F105D4-AADE-43D2-8CB5-B41877B908E3}" type="presOf" srcId="{CE758DF8-721B-46A9-86B1-A3D224172EBB}" destId="{9974FE47-78BE-422D-968D-00B3A96ACB63}" srcOrd="0" destOrd="0" presId="urn:microsoft.com/office/officeart/2005/8/layout/vList3"/>
    <dgm:cxn modelId="{C154FBE4-B9BB-4103-BB89-3173866B614C}" srcId="{CE758DF8-721B-46A9-86B1-A3D224172EBB}" destId="{3A7634AC-6F41-413C-A91D-3CF8FDE08ED0}" srcOrd="1" destOrd="0" parTransId="{9193FD18-54E3-4C3F-8AD8-B17EB495BF29}" sibTransId="{C2D0ED54-2142-4001-934B-6B23C3BE9863}"/>
    <dgm:cxn modelId="{D7F986F0-1CA3-46E7-85AE-D57FC336EB57}" srcId="{CE758DF8-721B-46A9-86B1-A3D224172EBB}" destId="{EA695FA2-BC09-4640-B20D-128F008FA7DB}" srcOrd="0" destOrd="0" parTransId="{82A06871-E110-4970-9B50-819B9B9759B8}" sibTransId="{AE0DDDD8-4B40-48AB-82A0-37DADA036F78}"/>
    <dgm:cxn modelId="{2C89B4D0-DD30-4940-BF27-9B1B1F052311}" type="presParOf" srcId="{7A61CEB1-ABAE-433B-9142-C3EB56F4D836}" destId="{79DE3DD8-7EC2-4FC3-9A54-10B27196A936}" srcOrd="0" destOrd="0" presId="urn:microsoft.com/office/officeart/2005/8/layout/vList3"/>
    <dgm:cxn modelId="{7A0600B6-2097-4F59-92A2-1FEE58A1378D}" type="presParOf" srcId="{79DE3DD8-7EC2-4FC3-9A54-10B27196A936}" destId="{1E4FE07F-6F83-4BCE-ADA6-3FBCD39B7CFE}" srcOrd="0" destOrd="0" presId="urn:microsoft.com/office/officeart/2005/8/layout/vList3"/>
    <dgm:cxn modelId="{26B0DF36-1574-4D74-A981-AB18945C4B2C}" type="presParOf" srcId="{79DE3DD8-7EC2-4FC3-9A54-10B27196A936}" destId="{366AD528-067C-49A9-8DA7-9185190E6487}" srcOrd="1" destOrd="0" presId="urn:microsoft.com/office/officeart/2005/8/layout/vList3"/>
    <dgm:cxn modelId="{080B43F1-4D9C-410B-A62A-1FC5F91EF97C}" type="presParOf" srcId="{7A61CEB1-ABAE-433B-9142-C3EB56F4D836}" destId="{FFE0A674-9BDD-4285-BBE2-C539635F6ACD}" srcOrd="1" destOrd="0" presId="urn:microsoft.com/office/officeart/2005/8/layout/vList3"/>
    <dgm:cxn modelId="{07630E6A-7E93-4AD3-B896-A7715C87766D}" type="presParOf" srcId="{7A61CEB1-ABAE-433B-9142-C3EB56F4D836}" destId="{CFBAF991-E7B3-4037-ADEE-33E833D827F1}" srcOrd="2" destOrd="0" presId="urn:microsoft.com/office/officeart/2005/8/layout/vList3"/>
    <dgm:cxn modelId="{002B446E-DB5B-4769-B88F-BFE0A2C6685E}" type="presParOf" srcId="{CFBAF991-E7B3-4037-ADEE-33E833D827F1}" destId="{D0B424D8-9F3D-4DBB-A21A-84F10B57969D}" srcOrd="0" destOrd="0" presId="urn:microsoft.com/office/officeart/2005/8/layout/vList3"/>
    <dgm:cxn modelId="{0EE3DA0A-4AC1-4D87-885F-7432BBCA6D18}" type="presParOf" srcId="{CFBAF991-E7B3-4037-ADEE-33E833D827F1}" destId="{9974FE47-78BE-422D-968D-00B3A96ACB63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8190A1B-3F86-4CE5-BF5A-ABC3C4469E22}" type="doc">
      <dgm:prSet loTypeId="urn:microsoft.com/office/officeart/2005/8/layout/vList3" loCatId="list" qsTypeId="urn:microsoft.com/office/officeart/2005/8/quickstyle/simple3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9F899907-67BF-47D8-9A74-BA9AB18D0474}">
      <dgm:prSet/>
      <dgm:spPr/>
      <dgm:t>
        <a:bodyPr/>
        <a:lstStyle/>
        <a:p>
          <a:r>
            <a:rPr lang="en-GB" dirty="0"/>
            <a:t>Customer loyalty is primarily </a:t>
          </a:r>
          <a:r>
            <a:rPr lang="en-GB" b="1" dirty="0"/>
            <a:t>behavioural, not demographic</a:t>
          </a:r>
          <a:endParaRPr lang="en-GB" dirty="0"/>
        </a:p>
      </dgm:t>
    </dgm:pt>
    <dgm:pt modelId="{84239CBF-7150-4C9B-A07F-65B31B8375CB}" type="parTrans" cxnId="{A937A230-D720-45D7-B272-AB4290E574CE}">
      <dgm:prSet/>
      <dgm:spPr/>
      <dgm:t>
        <a:bodyPr/>
        <a:lstStyle/>
        <a:p>
          <a:endParaRPr lang="en-GB"/>
        </a:p>
      </dgm:t>
    </dgm:pt>
    <dgm:pt modelId="{82815D10-F9FD-48DA-A925-705977876DAC}" type="sibTrans" cxnId="{A937A230-D720-45D7-B272-AB4290E574CE}">
      <dgm:prSet/>
      <dgm:spPr/>
      <dgm:t>
        <a:bodyPr/>
        <a:lstStyle/>
        <a:p>
          <a:endParaRPr lang="en-GB"/>
        </a:p>
      </dgm:t>
    </dgm:pt>
    <dgm:pt modelId="{FCBAB975-0590-45A1-9DEF-10444BD459BD}" type="pres">
      <dgm:prSet presAssocID="{B8190A1B-3F86-4CE5-BF5A-ABC3C4469E22}" presName="linearFlow" presStyleCnt="0">
        <dgm:presLayoutVars>
          <dgm:dir/>
          <dgm:resizeHandles val="exact"/>
        </dgm:presLayoutVars>
      </dgm:prSet>
      <dgm:spPr/>
    </dgm:pt>
    <dgm:pt modelId="{E311D22D-8B96-447B-93FD-B7FA77E6601B}" type="pres">
      <dgm:prSet presAssocID="{9F899907-67BF-47D8-9A74-BA9AB18D0474}" presName="composite" presStyleCnt="0"/>
      <dgm:spPr/>
    </dgm:pt>
    <dgm:pt modelId="{1F9765E5-07D5-4A0B-8C06-4020DBC8A82C}" type="pres">
      <dgm:prSet presAssocID="{9F899907-67BF-47D8-9A74-BA9AB18D0474}" presName="imgShp" presStyleLbl="fgImgPlace1" presStyleIdx="0" presStyleCnt="1"/>
      <dgm:spPr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Dominoes"/>
        </a:ext>
      </dgm:extLst>
    </dgm:pt>
    <dgm:pt modelId="{F29E924E-5253-4429-9711-6D2545C73424}" type="pres">
      <dgm:prSet presAssocID="{9F899907-67BF-47D8-9A74-BA9AB18D0474}" presName="txShp" presStyleLbl="node1" presStyleIdx="0" presStyleCnt="1">
        <dgm:presLayoutVars>
          <dgm:bulletEnabled val="1"/>
        </dgm:presLayoutVars>
      </dgm:prSet>
      <dgm:spPr/>
    </dgm:pt>
  </dgm:ptLst>
  <dgm:cxnLst>
    <dgm:cxn modelId="{A209030E-F427-418C-855D-31DEC8561904}" type="presOf" srcId="{9F899907-67BF-47D8-9A74-BA9AB18D0474}" destId="{F29E924E-5253-4429-9711-6D2545C73424}" srcOrd="0" destOrd="0" presId="urn:microsoft.com/office/officeart/2005/8/layout/vList3"/>
    <dgm:cxn modelId="{A937A230-D720-45D7-B272-AB4290E574CE}" srcId="{B8190A1B-3F86-4CE5-BF5A-ABC3C4469E22}" destId="{9F899907-67BF-47D8-9A74-BA9AB18D0474}" srcOrd="0" destOrd="0" parTransId="{84239CBF-7150-4C9B-A07F-65B31B8375CB}" sibTransId="{82815D10-F9FD-48DA-A925-705977876DAC}"/>
    <dgm:cxn modelId="{25C951E9-2EF4-4927-A5CB-EEBFE9219894}" type="presOf" srcId="{B8190A1B-3F86-4CE5-BF5A-ABC3C4469E22}" destId="{FCBAB975-0590-45A1-9DEF-10444BD459BD}" srcOrd="0" destOrd="0" presId="urn:microsoft.com/office/officeart/2005/8/layout/vList3"/>
    <dgm:cxn modelId="{E389D119-B6F4-47C6-ACEB-DDC0271DD390}" type="presParOf" srcId="{FCBAB975-0590-45A1-9DEF-10444BD459BD}" destId="{E311D22D-8B96-447B-93FD-B7FA77E6601B}" srcOrd="0" destOrd="0" presId="urn:microsoft.com/office/officeart/2005/8/layout/vList3"/>
    <dgm:cxn modelId="{28C536E3-70A8-4A5A-9F0C-0E4D00E48ECE}" type="presParOf" srcId="{E311D22D-8B96-447B-93FD-B7FA77E6601B}" destId="{1F9765E5-07D5-4A0B-8C06-4020DBC8A82C}" srcOrd="0" destOrd="0" presId="urn:microsoft.com/office/officeart/2005/8/layout/vList3"/>
    <dgm:cxn modelId="{F738CF03-4B5F-4AA9-BADD-55933F84E8A8}" type="presParOf" srcId="{E311D22D-8B96-447B-93FD-B7FA77E6601B}" destId="{F29E924E-5253-4429-9711-6D2545C7342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F1C198F-8B16-445B-B01C-8F7988C4B2B2}" type="doc">
      <dgm:prSet loTypeId="urn:microsoft.com/office/officeart/2005/8/layout/hProcess9" loCatId="process" qsTypeId="urn:microsoft.com/office/officeart/2005/8/quickstyle/simple1" qsCatId="simple" csTypeId="urn:microsoft.com/office/officeart/2005/8/colors/accent1_5" csCatId="accent1"/>
      <dgm:spPr/>
      <dgm:t>
        <a:bodyPr/>
        <a:lstStyle/>
        <a:p>
          <a:endParaRPr lang="en-GB"/>
        </a:p>
      </dgm:t>
    </dgm:pt>
    <dgm:pt modelId="{33CF330E-5398-479C-948D-46D0B0278751}">
      <dgm:prSet/>
      <dgm:spPr/>
      <dgm:t>
        <a:bodyPr/>
        <a:lstStyle/>
        <a:p>
          <a:r>
            <a:rPr lang="en-GB"/>
            <a:t>Target VIP customers with rewards </a:t>
          </a:r>
        </a:p>
      </dgm:t>
    </dgm:pt>
    <dgm:pt modelId="{C08E4EAA-D848-4330-80EC-6CA7E81AE811}" type="parTrans" cxnId="{B90E00EF-0C9B-436D-AA62-9700AC513C18}">
      <dgm:prSet/>
      <dgm:spPr/>
      <dgm:t>
        <a:bodyPr/>
        <a:lstStyle/>
        <a:p>
          <a:endParaRPr lang="en-GB"/>
        </a:p>
      </dgm:t>
    </dgm:pt>
    <dgm:pt modelId="{63BD6266-A103-472C-B55A-E103A404A78C}" type="sibTrans" cxnId="{B90E00EF-0C9B-436D-AA62-9700AC513C18}">
      <dgm:prSet/>
      <dgm:spPr/>
      <dgm:t>
        <a:bodyPr/>
        <a:lstStyle/>
        <a:p>
          <a:endParaRPr lang="en-GB"/>
        </a:p>
      </dgm:t>
    </dgm:pt>
    <dgm:pt modelId="{5242A15C-8789-4755-ABB0-B7E73782AB5A}">
      <dgm:prSet/>
      <dgm:spPr/>
      <dgm:t>
        <a:bodyPr/>
        <a:lstStyle/>
        <a:p>
          <a:r>
            <a:rPr lang="en-GB"/>
            <a:t>Re-engage wealthy low-spenders </a:t>
          </a:r>
        </a:p>
      </dgm:t>
    </dgm:pt>
    <dgm:pt modelId="{842AA741-B54E-4C60-9C5C-EAD968660912}" type="parTrans" cxnId="{877F653E-63E9-494C-AE8E-360BFDE922AF}">
      <dgm:prSet/>
      <dgm:spPr/>
      <dgm:t>
        <a:bodyPr/>
        <a:lstStyle/>
        <a:p>
          <a:endParaRPr lang="en-GB"/>
        </a:p>
      </dgm:t>
    </dgm:pt>
    <dgm:pt modelId="{06BBFE23-83FA-4F6A-A8A3-FF8784E7723B}" type="sibTrans" cxnId="{877F653E-63E9-494C-AE8E-360BFDE922AF}">
      <dgm:prSet/>
      <dgm:spPr/>
      <dgm:t>
        <a:bodyPr/>
        <a:lstStyle/>
        <a:p>
          <a:endParaRPr lang="en-GB"/>
        </a:p>
      </dgm:t>
    </dgm:pt>
    <dgm:pt modelId="{BACF287D-CB15-4114-93BB-2AA2457AC8ED}">
      <dgm:prSet/>
      <dgm:spPr/>
      <dgm:t>
        <a:bodyPr/>
        <a:lstStyle/>
        <a:p>
          <a:r>
            <a:rPr lang="en-GB"/>
            <a:t>Design offers for impulsive low-income users </a:t>
          </a:r>
        </a:p>
      </dgm:t>
    </dgm:pt>
    <dgm:pt modelId="{BBF2021E-06F8-4272-90A1-B76F7BB4EF3E}" type="parTrans" cxnId="{2A9DBCD8-6E59-4AB3-A930-4DB578B5B6E3}">
      <dgm:prSet/>
      <dgm:spPr/>
      <dgm:t>
        <a:bodyPr/>
        <a:lstStyle/>
        <a:p>
          <a:endParaRPr lang="en-GB"/>
        </a:p>
      </dgm:t>
    </dgm:pt>
    <dgm:pt modelId="{C55A2989-029D-4BFE-9E57-A575A1AF9EE0}" type="sibTrans" cxnId="{2A9DBCD8-6E59-4AB3-A930-4DB578B5B6E3}">
      <dgm:prSet/>
      <dgm:spPr/>
      <dgm:t>
        <a:bodyPr/>
        <a:lstStyle/>
        <a:p>
          <a:endParaRPr lang="en-GB"/>
        </a:p>
      </dgm:t>
    </dgm:pt>
    <dgm:pt modelId="{2669A462-0F60-42E7-9C62-83F94519C679}">
      <dgm:prSet/>
      <dgm:spPr/>
      <dgm:t>
        <a:bodyPr/>
        <a:lstStyle/>
        <a:p>
          <a:r>
            <a:rPr lang="en-GB"/>
            <a:t>Reduce marketing spend on low-value segment </a:t>
          </a:r>
        </a:p>
      </dgm:t>
    </dgm:pt>
    <dgm:pt modelId="{B54506C6-6E58-4422-B3B6-417F0418B87A}" type="parTrans" cxnId="{D70F0D1C-9C72-420C-8310-8D1EDEEAFB1C}">
      <dgm:prSet/>
      <dgm:spPr/>
      <dgm:t>
        <a:bodyPr/>
        <a:lstStyle/>
        <a:p>
          <a:endParaRPr lang="en-GB"/>
        </a:p>
      </dgm:t>
    </dgm:pt>
    <dgm:pt modelId="{84391F85-238C-41F1-85F9-EFBC2146FB3C}" type="sibTrans" cxnId="{D70F0D1C-9C72-420C-8310-8D1EDEEAFB1C}">
      <dgm:prSet/>
      <dgm:spPr/>
      <dgm:t>
        <a:bodyPr/>
        <a:lstStyle/>
        <a:p>
          <a:endParaRPr lang="en-GB"/>
        </a:p>
      </dgm:t>
    </dgm:pt>
    <dgm:pt modelId="{ECB5EA51-AA4D-41DB-B551-4ECFEB5202B7}" type="pres">
      <dgm:prSet presAssocID="{DF1C198F-8B16-445B-B01C-8F7988C4B2B2}" presName="CompostProcess" presStyleCnt="0">
        <dgm:presLayoutVars>
          <dgm:dir/>
          <dgm:resizeHandles val="exact"/>
        </dgm:presLayoutVars>
      </dgm:prSet>
      <dgm:spPr/>
    </dgm:pt>
    <dgm:pt modelId="{B00BED43-BF99-4733-B8EE-99830E75E66D}" type="pres">
      <dgm:prSet presAssocID="{DF1C198F-8B16-445B-B01C-8F7988C4B2B2}" presName="arrow" presStyleLbl="bgShp" presStyleIdx="0" presStyleCnt="1"/>
      <dgm:spPr/>
    </dgm:pt>
    <dgm:pt modelId="{02B9051A-9BB7-4A60-93B8-266FBD917F45}" type="pres">
      <dgm:prSet presAssocID="{DF1C198F-8B16-445B-B01C-8F7988C4B2B2}" presName="linearProcess" presStyleCnt="0"/>
      <dgm:spPr/>
    </dgm:pt>
    <dgm:pt modelId="{727091A5-EC82-4532-8AF5-EF96E69736DC}" type="pres">
      <dgm:prSet presAssocID="{33CF330E-5398-479C-948D-46D0B0278751}" presName="textNode" presStyleLbl="node1" presStyleIdx="0" presStyleCnt="4">
        <dgm:presLayoutVars>
          <dgm:bulletEnabled val="1"/>
        </dgm:presLayoutVars>
      </dgm:prSet>
      <dgm:spPr/>
    </dgm:pt>
    <dgm:pt modelId="{3ECE25FF-4874-4648-8388-7466ABD80017}" type="pres">
      <dgm:prSet presAssocID="{63BD6266-A103-472C-B55A-E103A404A78C}" presName="sibTrans" presStyleCnt="0"/>
      <dgm:spPr/>
    </dgm:pt>
    <dgm:pt modelId="{8DF158BC-CD14-409E-B405-E2554A3492C2}" type="pres">
      <dgm:prSet presAssocID="{5242A15C-8789-4755-ABB0-B7E73782AB5A}" presName="textNode" presStyleLbl="node1" presStyleIdx="1" presStyleCnt="4">
        <dgm:presLayoutVars>
          <dgm:bulletEnabled val="1"/>
        </dgm:presLayoutVars>
      </dgm:prSet>
      <dgm:spPr/>
    </dgm:pt>
    <dgm:pt modelId="{EA5ED384-1B8D-4140-89B7-F9D7B42BFC7F}" type="pres">
      <dgm:prSet presAssocID="{06BBFE23-83FA-4F6A-A8A3-FF8784E7723B}" presName="sibTrans" presStyleCnt="0"/>
      <dgm:spPr/>
    </dgm:pt>
    <dgm:pt modelId="{F14A8243-9475-457C-A008-C1B71235332A}" type="pres">
      <dgm:prSet presAssocID="{BACF287D-CB15-4114-93BB-2AA2457AC8ED}" presName="textNode" presStyleLbl="node1" presStyleIdx="2" presStyleCnt="4">
        <dgm:presLayoutVars>
          <dgm:bulletEnabled val="1"/>
        </dgm:presLayoutVars>
      </dgm:prSet>
      <dgm:spPr/>
    </dgm:pt>
    <dgm:pt modelId="{9085D9B9-0E77-4A1E-BC44-14654D68E027}" type="pres">
      <dgm:prSet presAssocID="{C55A2989-029D-4BFE-9E57-A575A1AF9EE0}" presName="sibTrans" presStyleCnt="0"/>
      <dgm:spPr/>
    </dgm:pt>
    <dgm:pt modelId="{8FDA34A9-D1C6-4751-9A75-6ABFAF6934A4}" type="pres">
      <dgm:prSet presAssocID="{2669A462-0F60-42E7-9C62-83F94519C679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D70F0D1C-9C72-420C-8310-8D1EDEEAFB1C}" srcId="{DF1C198F-8B16-445B-B01C-8F7988C4B2B2}" destId="{2669A462-0F60-42E7-9C62-83F94519C679}" srcOrd="3" destOrd="0" parTransId="{B54506C6-6E58-4422-B3B6-417F0418B87A}" sibTransId="{84391F85-238C-41F1-85F9-EFBC2146FB3C}"/>
    <dgm:cxn modelId="{877F653E-63E9-494C-AE8E-360BFDE922AF}" srcId="{DF1C198F-8B16-445B-B01C-8F7988C4B2B2}" destId="{5242A15C-8789-4755-ABB0-B7E73782AB5A}" srcOrd="1" destOrd="0" parTransId="{842AA741-B54E-4C60-9C5C-EAD968660912}" sibTransId="{06BBFE23-83FA-4F6A-A8A3-FF8784E7723B}"/>
    <dgm:cxn modelId="{65D65D7B-FAAB-49DA-AA3C-54F0E1E77F95}" type="presOf" srcId="{33CF330E-5398-479C-948D-46D0B0278751}" destId="{727091A5-EC82-4532-8AF5-EF96E69736DC}" srcOrd="0" destOrd="0" presId="urn:microsoft.com/office/officeart/2005/8/layout/hProcess9"/>
    <dgm:cxn modelId="{6807639A-1BE2-4D8E-B12B-2ED4C4774CCB}" type="presOf" srcId="{DF1C198F-8B16-445B-B01C-8F7988C4B2B2}" destId="{ECB5EA51-AA4D-41DB-B551-4ECFEB5202B7}" srcOrd="0" destOrd="0" presId="urn:microsoft.com/office/officeart/2005/8/layout/hProcess9"/>
    <dgm:cxn modelId="{C983CF9D-DF3E-466D-BC87-6935A7130CED}" type="presOf" srcId="{2669A462-0F60-42E7-9C62-83F94519C679}" destId="{8FDA34A9-D1C6-4751-9A75-6ABFAF6934A4}" srcOrd="0" destOrd="0" presId="urn:microsoft.com/office/officeart/2005/8/layout/hProcess9"/>
    <dgm:cxn modelId="{A520D4D4-CE72-46EC-94ED-8BBA20D9AEB0}" type="presOf" srcId="{5242A15C-8789-4755-ABB0-B7E73782AB5A}" destId="{8DF158BC-CD14-409E-B405-E2554A3492C2}" srcOrd="0" destOrd="0" presId="urn:microsoft.com/office/officeart/2005/8/layout/hProcess9"/>
    <dgm:cxn modelId="{9118EFD6-863F-4CD0-8FFE-F971F461A44E}" type="presOf" srcId="{BACF287D-CB15-4114-93BB-2AA2457AC8ED}" destId="{F14A8243-9475-457C-A008-C1B71235332A}" srcOrd="0" destOrd="0" presId="urn:microsoft.com/office/officeart/2005/8/layout/hProcess9"/>
    <dgm:cxn modelId="{2A9DBCD8-6E59-4AB3-A930-4DB578B5B6E3}" srcId="{DF1C198F-8B16-445B-B01C-8F7988C4B2B2}" destId="{BACF287D-CB15-4114-93BB-2AA2457AC8ED}" srcOrd="2" destOrd="0" parTransId="{BBF2021E-06F8-4272-90A1-B76F7BB4EF3E}" sibTransId="{C55A2989-029D-4BFE-9E57-A575A1AF9EE0}"/>
    <dgm:cxn modelId="{B90E00EF-0C9B-436D-AA62-9700AC513C18}" srcId="{DF1C198F-8B16-445B-B01C-8F7988C4B2B2}" destId="{33CF330E-5398-479C-948D-46D0B0278751}" srcOrd="0" destOrd="0" parTransId="{C08E4EAA-D848-4330-80EC-6CA7E81AE811}" sibTransId="{63BD6266-A103-472C-B55A-E103A404A78C}"/>
    <dgm:cxn modelId="{B2AEC522-4388-486B-B046-A1325244AFDA}" type="presParOf" srcId="{ECB5EA51-AA4D-41DB-B551-4ECFEB5202B7}" destId="{B00BED43-BF99-4733-B8EE-99830E75E66D}" srcOrd="0" destOrd="0" presId="urn:microsoft.com/office/officeart/2005/8/layout/hProcess9"/>
    <dgm:cxn modelId="{74223E17-3316-4550-A996-CED785FF40C1}" type="presParOf" srcId="{ECB5EA51-AA4D-41DB-B551-4ECFEB5202B7}" destId="{02B9051A-9BB7-4A60-93B8-266FBD917F45}" srcOrd="1" destOrd="0" presId="urn:microsoft.com/office/officeart/2005/8/layout/hProcess9"/>
    <dgm:cxn modelId="{BEF7F1DB-0EB7-4DEC-AC2E-E2879F641262}" type="presParOf" srcId="{02B9051A-9BB7-4A60-93B8-266FBD917F45}" destId="{727091A5-EC82-4532-8AF5-EF96E69736DC}" srcOrd="0" destOrd="0" presId="urn:microsoft.com/office/officeart/2005/8/layout/hProcess9"/>
    <dgm:cxn modelId="{7712861A-452A-4511-AE08-E5E9D99B7063}" type="presParOf" srcId="{02B9051A-9BB7-4A60-93B8-266FBD917F45}" destId="{3ECE25FF-4874-4648-8388-7466ABD80017}" srcOrd="1" destOrd="0" presId="urn:microsoft.com/office/officeart/2005/8/layout/hProcess9"/>
    <dgm:cxn modelId="{6273B8CC-7193-4645-974E-3E84A62B6743}" type="presParOf" srcId="{02B9051A-9BB7-4A60-93B8-266FBD917F45}" destId="{8DF158BC-CD14-409E-B405-E2554A3492C2}" srcOrd="2" destOrd="0" presId="urn:microsoft.com/office/officeart/2005/8/layout/hProcess9"/>
    <dgm:cxn modelId="{79105E17-0E3E-486C-9A17-659FE318EAFA}" type="presParOf" srcId="{02B9051A-9BB7-4A60-93B8-266FBD917F45}" destId="{EA5ED384-1B8D-4140-89B7-F9D7B42BFC7F}" srcOrd="3" destOrd="0" presId="urn:microsoft.com/office/officeart/2005/8/layout/hProcess9"/>
    <dgm:cxn modelId="{3728FE55-C5B0-47CB-A431-09D5FA23AFF0}" type="presParOf" srcId="{02B9051A-9BB7-4A60-93B8-266FBD917F45}" destId="{F14A8243-9475-457C-A008-C1B71235332A}" srcOrd="4" destOrd="0" presId="urn:microsoft.com/office/officeart/2005/8/layout/hProcess9"/>
    <dgm:cxn modelId="{CB9F6F80-A01F-4D9F-B2DF-CBBE4E4F61AC}" type="presParOf" srcId="{02B9051A-9BB7-4A60-93B8-266FBD917F45}" destId="{9085D9B9-0E77-4A1E-BC44-14654D68E027}" srcOrd="5" destOrd="0" presId="urn:microsoft.com/office/officeart/2005/8/layout/hProcess9"/>
    <dgm:cxn modelId="{79530693-DEA0-456B-8653-B26560364070}" type="presParOf" srcId="{02B9051A-9BB7-4A60-93B8-266FBD917F45}" destId="{8FDA34A9-D1C6-4751-9A75-6ABFAF6934A4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7AE16B6-711B-42FC-95C6-C55678E4183F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8EBC42E-B664-4FA7-91F0-EB2059F493FF}">
      <dgm:prSet/>
      <dgm:spPr/>
      <dgm:t>
        <a:bodyPr/>
        <a:lstStyle/>
        <a:p>
          <a:r>
            <a:rPr lang="en-GB" dirty="0"/>
            <a:t>Cluster assignment of customers</a:t>
          </a:r>
        </a:p>
      </dgm:t>
    </dgm:pt>
    <dgm:pt modelId="{EBDD070D-469D-4173-A5CD-83CF29B8F7DE}" type="parTrans" cxnId="{FE0E178E-561F-40A4-ABAD-0D239E098811}">
      <dgm:prSet/>
      <dgm:spPr/>
      <dgm:t>
        <a:bodyPr/>
        <a:lstStyle/>
        <a:p>
          <a:endParaRPr lang="en-GB"/>
        </a:p>
      </dgm:t>
    </dgm:pt>
    <dgm:pt modelId="{5E109627-F50E-4D8B-93FF-C64EEFB5E665}" type="sibTrans" cxnId="{FE0E178E-561F-40A4-ABAD-0D239E098811}">
      <dgm:prSet/>
      <dgm:spPr/>
      <dgm:t>
        <a:bodyPr/>
        <a:lstStyle/>
        <a:p>
          <a:endParaRPr lang="en-GB"/>
        </a:p>
      </dgm:t>
    </dgm:pt>
    <dgm:pt modelId="{63420688-74C4-4108-9255-DD2E6CF0E0F4}">
      <dgm:prSet/>
      <dgm:spPr/>
      <dgm:t>
        <a:bodyPr/>
        <a:lstStyle/>
        <a:p>
          <a:r>
            <a:rPr lang="en-GB" dirty="0"/>
            <a:t>Located close to boundary</a:t>
          </a:r>
        </a:p>
      </dgm:t>
    </dgm:pt>
    <dgm:pt modelId="{9D096BD5-D5B0-47A0-9D4E-0ACA44870E8E}" type="parTrans" cxnId="{942C61E5-F14B-48DE-94A3-0C331CCFCFE6}">
      <dgm:prSet/>
      <dgm:spPr/>
      <dgm:t>
        <a:bodyPr/>
        <a:lstStyle/>
        <a:p>
          <a:endParaRPr lang="en-GB"/>
        </a:p>
      </dgm:t>
    </dgm:pt>
    <dgm:pt modelId="{9EFCDCB8-B380-4921-9BFD-7B871FC1239D}" type="sibTrans" cxnId="{942C61E5-F14B-48DE-94A3-0C331CCFCFE6}">
      <dgm:prSet/>
      <dgm:spPr/>
      <dgm:t>
        <a:bodyPr/>
        <a:lstStyle/>
        <a:p>
          <a:endParaRPr lang="en-GB"/>
        </a:p>
      </dgm:t>
    </dgm:pt>
    <dgm:pt modelId="{687A4934-F113-4960-A72E-11455003FF6B}">
      <dgm:prSet/>
      <dgm:spPr/>
      <dgm:t>
        <a:bodyPr/>
        <a:lstStyle/>
        <a:p>
          <a:r>
            <a:rPr lang="en-GB" dirty="0"/>
            <a:t>👉 Key issue</a:t>
          </a:r>
          <a:br>
            <a:rPr lang="en-GB" dirty="0"/>
          </a:br>
          <a:endParaRPr lang="en-GB" dirty="0"/>
        </a:p>
      </dgm:t>
    </dgm:pt>
    <dgm:pt modelId="{CB68C662-B7C8-4F43-9DA4-856BBB60CEF5}" type="parTrans" cxnId="{4CCB73D3-3535-4A92-B747-6D301EE5322D}">
      <dgm:prSet/>
      <dgm:spPr/>
      <dgm:t>
        <a:bodyPr/>
        <a:lstStyle/>
        <a:p>
          <a:endParaRPr lang="en-GB"/>
        </a:p>
      </dgm:t>
    </dgm:pt>
    <dgm:pt modelId="{AF4D137B-F0E0-4986-9297-A6E1F432E2B5}" type="sibTrans" cxnId="{4CCB73D3-3535-4A92-B747-6D301EE5322D}">
      <dgm:prSet/>
      <dgm:spPr/>
      <dgm:t>
        <a:bodyPr/>
        <a:lstStyle/>
        <a:p>
          <a:endParaRPr lang="en-GB"/>
        </a:p>
      </dgm:t>
    </dgm:pt>
    <dgm:pt modelId="{1BF389D9-AFA3-49D9-90C8-13DE0525DF6A}">
      <dgm:prSet/>
      <dgm:spPr/>
      <dgm:t>
        <a:bodyPr/>
        <a:lstStyle/>
        <a:p>
          <a:pPr>
            <a:buNone/>
          </a:pPr>
          <a:r>
            <a:rPr lang="en-GB" b="1" dirty="0"/>
            <a:t>Hard (not probabilistic)</a:t>
          </a:r>
          <a:r>
            <a:rPr lang="en-GB" dirty="0"/>
            <a:t> </a:t>
          </a:r>
        </a:p>
      </dgm:t>
    </dgm:pt>
    <dgm:pt modelId="{E9ABCB19-6BF2-4D7F-AECB-958C3E3066AB}" type="parTrans" cxnId="{880071A2-FE62-4BE5-AE7F-4144C3C46BC5}">
      <dgm:prSet/>
      <dgm:spPr/>
      <dgm:t>
        <a:bodyPr/>
        <a:lstStyle/>
        <a:p>
          <a:endParaRPr lang="en-GB"/>
        </a:p>
      </dgm:t>
    </dgm:pt>
    <dgm:pt modelId="{DCD15B94-5F38-472A-82AF-0B8E42A2418B}" type="sibTrans" cxnId="{880071A2-FE62-4BE5-AE7F-4144C3C46BC5}">
      <dgm:prSet/>
      <dgm:spPr/>
      <dgm:t>
        <a:bodyPr/>
        <a:lstStyle/>
        <a:p>
          <a:endParaRPr lang="en-GB"/>
        </a:p>
      </dgm:t>
    </dgm:pt>
    <dgm:pt modelId="{F244FE11-DCE7-4B0D-8932-DA0DEFC0A8BE}">
      <dgm:prSet/>
      <dgm:spPr/>
      <dgm:t>
        <a:bodyPr/>
        <a:lstStyle/>
        <a:p>
          <a:pPr>
            <a:buNone/>
          </a:pPr>
          <a:r>
            <a:rPr lang="en-GB" dirty="0"/>
            <a:t>Some customers sit </a:t>
          </a:r>
          <a:r>
            <a:rPr lang="en-GB" b="1" dirty="0"/>
            <a:t>very close to multiple segments</a:t>
          </a:r>
          <a:r>
            <a:rPr lang="en-GB" dirty="0"/>
            <a:t> </a:t>
          </a:r>
        </a:p>
      </dgm:t>
    </dgm:pt>
    <dgm:pt modelId="{54ACA477-8F87-45E0-9E20-357F9235B2A4}" type="parTrans" cxnId="{E94997BE-E13F-4EA6-91F2-A6D7D4FE996E}">
      <dgm:prSet/>
      <dgm:spPr/>
      <dgm:t>
        <a:bodyPr/>
        <a:lstStyle/>
        <a:p>
          <a:endParaRPr lang="en-GB"/>
        </a:p>
      </dgm:t>
    </dgm:pt>
    <dgm:pt modelId="{9261C07C-E472-42B9-82D0-A234F84789BD}" type="sibTrans" cxnId="{E94997BE-E13F-4EA6-91F2-A6D7D4FE996E}">
      <dgm:prSet/>
      <dgm:spPr/>
      <dgm:t>
        <a:bodyPr/>
        <a:lstStyle/>
        <a:p>
          <a:endParaRPr lang="en-GB"/>
        </a:p>
      </dgm:t>
    </dgm:pt>
    <dgm:pt modelId="{099626CD-78F9-4389-AF8D-CFFB94F6F5FF}">
      <dgm:prSet/>
      <dgm:spPr/>
      <dgm:t>
        <a:bodyPr/>
        <a:lstStyle/>
        <a:p>
          <a:r>
            <a:rPr lang="en-GB" dirty="0"/>
            <a:t>Problem</a:t>
          </a:r>
        </a:p>
      </dgm:t>
    </dgm:pt>
    <dgm:pt modelId="{6EA3E9EA-7EC3-44D3-B3F3-182083BA8106}" type="sibTrans" cxnId="{F15297E1-B8CC-469D-8FE9-B76CBE085CEB}">
      <dgm:prSet/>
      <dgm:spPr/>
      <dgm:t>
        <a:bodyPr/>
        <a:lstStyle/>
        <a:p>
          <a:endParaRPr lang="en-GB"/>
        </a:p>
      </dgm:t>
    </dgm:pt>
    <dgm:pt modelId="{D7561DFE-6FE9-4E34-9C01-EB783857A476}" type="parTrans" cxnId="{F15297E1-B8CC-469D-8FE9-B76CBE085CEB}">
      <dgm:prSet/>
      <dgm:spPr/>
      <dgm:t>
        <a:bodyPr/>
        <a:lstStyle/>
        <a:p>
          <a:endParaRPr lang="en-GB"/>
        </a:p>
      </dgm:t>
    </dgm:pt>
    <dgm:pt modelId="{7981030D-F72B-4C1C-AB1C-F6B484442F28}">
      <dgm:prSet/>
      <dgm:spPr/>
      <dgm:t>
        <a:bodyPr/>
        <a:lstStyle/>
        <a:p>
          <a:pPr>
            <a:buNone/>
          </a:pPr>
          <a:r>
            <a:rPr lang="en-GB" dirty="0"/>
            <a:t>Creates uncertainty at the segment boundaries </a:t>
          </a:r>
        </a:p>
      </dgm:t>
    </dgm:pt>
    <dgm:pt modelId="{1DD3AC51-2193-4649-A8CC-C2BE8B9BC801}" type="parTrans" cxnId="{26AD2367-F1B9-488B-8A9E-4B250A47A2FA}">
      <dgm:prSet/>
      <dgm:spPr/>
      <dgm:t>
        <a:bodyPr/>
        <a:lstStyle/>
        <a:p>
          <a:endParaRPr lang="en-GB"/>
        </a:p>
      </dgm:t>
    </dgm:pt>
    <dgm:pt modelId="{D16AA9CA-0FBE-4F68-BD31-D1DBF3EE17D8}" type="sibTrans" cxnId="{26AD2367-F1B9-488B-8A9E-4B250A47A2FA}">
      <dgm:prSet/>
      <dgm:spPr/>
      <dgm:t>
        <a:bodyPr/>
        <a:lstStyle/>
        <a:p>
          <a:endParaRPr lang="en-GB"/>
        </a:p>
      </dgm:t>
    </dgm:pt>
    <dgm:pt modelId="{6C512999-3995-4A63-84C9-7F658D30FDF2}">
      <dgm:prSet/>
      <dgm:spPr/>
      <dgm:t>
        <a:bodyPr/>
        <a:lstStyle/>
        <a:p>
          <a:r>
            <a:rPr lang="en-GB" dirty="0"/>
            <a:t>Not all customers clearly belong to one segment</a:t>
          </a:r>
        </a:p>
      </dgm:t>
    </dgm:pt>
    <dgm:pt modelId="{475053D6-5533-4832-8C50-EF1DB80D31F1}" type="parTrans" cxnId="{04EABD96-3612-4957-B23B-A1FF399500E3}">
      <dgm:prSet/>
      <dgm:spPr/>
      <dgm:t>
        <a:bodyPr/>
        <a:lstStyle/>
        <a:p>
          <a:endParaRPr lang="en-GB"/>
        </a:p>
      </dgm:t>
    </dgm:pt>
    <dgm:pt modelId="{B1EE0FC3-E1C1-4B7E-A21F-C05CC2BEAAD9}" type="sibTrans" cxnId="{04EABD96-3612-4957-B23B-A1FF399500E3}">
      <dgm:prSet/>
      <dgm:spPr/>
      <dgm:t>
        <a:bodyPr/>
        <a:lstStyle/>
        <a:p>
          <a:endParaRPr lang="en-GB"/>
        </a:p>
      </dgm:t>
    </dgm:pt>
    <dgm:pt modelId="{C68F6D73-E673-4156-B888-7228DBAC8357}" type="pres">
      <dgm:prSet presAssocID="{D7AE16B6-711B-42FC-95C6-C55678E4183F}" presName="Name0" presStyleCnt="0">
        <dgm:presLayoutVars>
          <dgm:dir/>
          <dgm:animLvl val="lvl"/>
          <dgm:resizeHandles val="exact"/>
        </dgm:presLayoutVars>
      </dgm:prSet>
      <dgm:spPr/>
    </dgm:pt>
    <dgm:pt modelId="{6929EDBF-C6CA-4B5B-847D-5B8671E3DA36}" type="pres">
      <dgm:prSet presAssocID="{28EBC42E-B664-4FA7-91F0-EB2059F493FF}" presName="composite" presStyleCnt="0"/>
      <dgm:spPr/>
    </dgm:pt>
    <dgm:pt modelId="{286E6E61-118E-4AA8-B478-33157CC13BCE}" type="pres">
      <dgm:prSet presAssocID="{28EBC42E-B664-4FA7-91F0-EB2059F493FF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93C4DF8-0431-4A73-B466-7E7F01FF0CD1}" type="pres">
      <dgm:prSet presAssocID="{28EBC42E-B664-4FA7-91F0-EB2059F493FF}" presName="desTx" presStyleLbl="alignAccFollowNode1" presStyleIdx="0" presStyleCnt="4">
        <dgm:presLayoutVars>
          <dgm:bulletEnabled val="1"/>
        </dgm:presLayoutVars>
      </dgm:prSet>
      <dgm:spPr/>
    </dgm:pt>
    <dgm:pt modelId="{0EDC8A8B-42BA-43E4-84C2-5334BCFF109F}" type="pres">
      <dgm:prSet presAssocID="{5E109627-F50E-4D8B-93FF-C64EEFB5E665}" presName="space" presStyleCnt="0"/>
      <dgm:spPr/>
    </dgm:pt>
    <dgm:pt modelId="{509EFEA3-66F3-4503-B344-8B3102D8DEA3}" type="pres">
      <dgm:prSet presAssocID="{63420688-74C4-4108-9255-DD2E6CF0E0F4}" presName="composite" presStyleCnt="0"/>
      <dgm:spPr/>
    </dgm:pt>
    <dgm:pt modelId="{B716D84B-36A3-45EB-AD9D-F37FD2C5C2FE}" type="pres">
      <dgm:prSet presAssocID="{63420688-74C4-4108-9255-DD2E6CF0E0F4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FAE7FB4D-9913-4055-9BCD-853EDF5172CD}" type="pres">
      <dgm:prSet presAssocID="{63420688-74C4-4108-9255-DD2E6CF0E0F4}" presName="desTx" presStyleLbl="alignAccFollowNode1" presStyleIdx="1" presStyleCnt="4">
        <dgm:presLayoutVars>
          <dgm:bulletEnabled val="1"/>
        </dgm:presLayoutVars>
      </dgm:prSet>
      <dgm:spPr/>
    </dgm:pt>
    <dgm:pt modelId="{C783B06B-608D-4EC4-A6D9-813384F36D50}" type="pres">
      <dgm:prSet presAssocID="{9EFCDCB8-B380-4921-9BFD-7B871FC1239D}" presName="space" presStyleCnt="0"/>
      <dgm:spPr/>
    </dgm:pt>
    <dgm:pt modelId="{8C62B043-4C47-4AFB-8194-37FE382A22AC}" type="pres">
      <dgm:prSet presAssocID="{099626CD-78F9-4389-AF8D-CFFB94F6F5FF}" presName="composite" presStyleCnt="0"/>
      <dgm:spPr/>
    </dgm:pt>
    <dgm:pt modelId="{D913906D-235D-448D-80B0-BA476DAC2995}" type="pres">
      <dgm:prSet presAssocID="{099626CD-78F9-4389-AF8D-CFFB94F6F5FF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297A279D-7C64-4C7A-BFD5-405A96B66107}" type="pres">
      <dgm:prSet presAssocID="{099626CD-78F9-4389-AF8D-CFFB94F6F5FF}" presName="desTx" presStyleLbl="alignAccFollowNode1" presStyleIdx="2" presStyleCnt="4">
        <dgm:presLayoutVars>
          <dgm:bulletEnabled val="1"/>
        </dgm:presLayoutVars>
      </dgm:prSet>
      <dgm:spPr/>
    </dgm:pt>
    <dgm:pt modelId="{0011F0E3-EC0B-47BC-91EA-74016AAECCB5}" type="pres">
      <dgm:prSet presAssocID="{6EA3E9EA-7EC3-44D3-B3F3-182083BA8106}" presName="space" presStyleCnt="0"/>
      <dgm:spPr/>
    </dgm:pt>
    <dgm:pt modelId="{C7ADE966-AD71-49FB-9702-D9AEBB936D72}" type="pres">
      <dgm:prSet presAssocID="{687A4934-F113-4960-A72E-11455003FF6B}" presName="composite" presStyleCnt="0"/>
      <dgm:spPr/>
    </dgm:pt>
    <dgm:pt modelId="{01454084-24C5-4F94-A16C-EE8614548E2C}" type="pres">
      <dgm:prSet presAssocID="{687A4934-F113-4960-A72E-11455003FF6B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D9123ADD-698C-4876-8F12-F278152F39C2}" type="pres">
      <dgm:prSet presAssocID="{687A4934-F113-4960-A72E-11455003FF6B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60B1271D-01CB-4BF4-823A-C917C809E0FF}" type="presOf" srcId="{6C512999-3995-4A63-84C9-7F658D30FDF2}" destId="{D9123ADD-698C-4876-8F12-F278152F39C2}" srcOrd="0" destOrd="0" presId="urn:microsoft.com/office/officeart/2005/8/layout/hList1"/>
    <dgm:cxn modelId="{D793082D-FF3E-47C3-A4EB-C3B9B51E03E9}" type="presOf" srcId="{28EBC42E-B664-4FA7-91F0-EB2059F493FF}" destId="{286E6E61-118E-4AA8-B478-33157CC13BCE}" srcOrd="0" destOrd="0" presId="urn:microsoft.com/office/officeart/2005/8/layout/hList1"/>
    <dgm:cxn modelId="{70CB6E39-DF8D-4F1B-8132-CD0F491B1B60}" type="presOf" srcId="{099626CD-78F9-4389-AF8D-CFFB94F6F5FF}" destId="{D913906D-235D-448D-80B0-BA476DAC2995}" srcOrd="0" destOrd="0" presId="urn:microsoft.com/office/officeart/2005/8/layout/hList1"/>
    <dgm:cxn modelId="{23392141-4F7B-4620-AD02-7B123032EC1C}" type="presOf" srcId="{63420688-74C4-4108-9255-DD2E6CF0E0F4}" destId="{B716D84B-36A3-45EB-AD9D-F37FD2C5C2FE}" srcOrd="0" destOrd="0" presId="urn:microsoft.com/office/officeart/2005/8/layout/hList1"/>
    <dgm:cxn modelId="{26AD2367-F1B9-488B-8A9E-4B250A47A2FA}" srcId="{099626CD-78F9-4389-AF8D-CFFB94F6F5FF}" destId="{7981030D-F72B-4C1C-AB1C-F6B484442F28}" srcOrd="0" destOrd="0" parTransId="{1DD3AC51-2193-4649-A8CC-C2BE8B9BC801}" sibTransId="{D16AA9CA-0FBE-4F68-BD31-D1DBF3EE17D8}"/>
    <dgm:cxn modelId="{5BE1F64A-DC63-414F-910E-3F933F032D75}" type="presOf" srcId="{F244FE11-DCE7-4B0D-8932-DA0DEFC0A8BE}" destId="{FAE7FB4D-9913-4055-9BCD-853EDF5172CD}" srcOrd="0" destOrd="0" presId="urn:microsoft.com/office/officeart/2005/8/layout/hList1"/>
    <dgm:cxn modelId="{FE0E178E-561F-40A4-ABAD-0D239E098811}" srcId="{D7AE16B6-711B-42FC-95C6-C55678E4183F}" destId="{28EBC42E-B664-4FA7-91F0-EB2059F493FF}" srcOrd="0" destOrd="0" parTransId="{EBDD070D-469D-4173-A5CD-83CF29B8F7DE}" sibTransId="{5E109627-F50E-4D8B-93FF-C64EEFB5E665}"/>
    <dgm:cxn modelId="{B01E858F-B7F2-4422-976C-71FD3000D192}" type="presOf" srcId="{1BF389D9-AFA3-49D9-90C8-13DE0525DF6A}" destId="{093C4DF8-0431-4A73-B466-7E7F01FF0CD1}" srcOrd="0" destOrd="0" presId="urn:microsoft.com/office/officeart/2005/8/layout/hList1"/>
    <dgm:cxn modelId="{04EABD96-3612-4957-B23B-A1FF399500E3}" srcId="{687A4934-F113-4960-A72E-11455003FF6B}" destId="{6C512999-3995-4A63-84C9-7F658D30FDF2}" srcOrd="0" destOrd="0" parTransId="{475053D6-5533-4832-8C50-EF1DB80D31F1}" sibTransId="{B1EE0FC3-E1C1-4B7E-A21F-C05CC2BEAAD9}"/>
    <dgm:cxn modelId="{4679FA9E-08BA-4C7A-B395-EDEFDA690125}" type="presOf" srcId="{7981030D-F72B-4C1C-AB1C-F6B484442F28}" destId="{297A279D-7C64-4C7A-BFD5-405A96B66107}" srcOrd="0" destOrd="0" presId="urn:microsoft.com/office/officeart/2005/8/layout/hList1"/>
    <dgm:cxn modelId="{880071A2-FE62-4BE5-AE7F-4144C3C46BC5}" srcId="{28EBC42E-B664-4FA7-91F0-EB2059F493FF}" destId="{1BF389D9-AFA3-49D9-90C8-13DE0525DF6A}" srcOrd="0" destOrd="0" parTransId="{E9ABCB19-6BF2-4D7F-AECB-958C3E3066AB}" sibTransId="{DCD15B94-5F38-472A-82AF-0B8E42A2418B}"/>
    <dgm:cxn modelId="{E94997BE-E13F-4EA6-91F2-A6D7D4FE996E}" srcId="{63420688-74C4-4108-9255-DD2E6CF0E0F4}" destId="{F244FE11-DCE7-4B0D-8932-DA0DEFC0A8BE}" srcOrd="0" destOrd="0" parTransId="{54ACA477-8F87-45E0-9E20-357F9235B2A4}" sibTransId="{9261C07C-E472-42B9-82D0-A234F84789BD}"/>
    <dgm:cxn modelId="{671128C9-46A3-4A60-A3A5-510C1DD5453A}" type="presOf" srcId="{687A4934-F113-4960-A72E-11455003FF6B}" destId="{01454084-24C5-4F94-A16C-EE8614548E2C}" srcOrd="0" destOrd="0" presId="urn:microsoft.com/office/officeart/2005/8/layout/hList1"/>
    <dgm:cxn modelId="{4CCB73D3-3535-4A92-B747-6D301EE5322D}" srcId="{D7AE16B6-711B-42FC-95C6-C55678E4183F}" destId="{687A4934-F113-4960-A72E-11455003FF6B}" srcOrd="3" destOrd="0" parTransId="{CB68C662-B7C8-4F43-9DA4-856BBB60CEF5}" sibTransId="{AF4D137B-F0E0-4986-9297-A6E1F432E2B5}"/>
    <dgm:cxn modelId="{08FE79D7-02D2-4CBE-9EDB-0D07F008434B}" type="presOf" srcId="{D7AE16B6-711B-42FC-95C6-C55678E4183F}" destId="{C68F6D73-E673-4156-B888-7228DBAC8357}" srcOrd="0" destOrd="0" presId="urn:microsoft.com/office/officeart/2005/8/layout/hList1"/>
    <dgm:cxn modelId="{F15297E1-B8CC-469D-8FE9-B76CBE085CEB}" srcId="{D7AE16B6-711B-42FC-95C6-C55678E4183F}" destId="{099626CD-78F9-4389-AF8D-CFFB94F6F5FF}" srcOrd="2" destOrd="0" parTransId="{D7561DFE-6FE9-4E34-9C01-EB783857A476}" sibTransId="{6EA3E9EA-7EC3-44D3-B3F3-182083BA8106}"/>
    <dgm:cxn modelId="{942C61E5-F14B-48DE-94A3-0C331CCFCFE6}" srcId="{D7AE16B6-711B-42FC-95C6-C55678E4183F}" destId="{63420688-74C4-4108-9255-DD2E6CF0E0F4}" srcOrd="1" destOrd="0" parTransId="{9D096BD5-D5B0-47A0-9D4E-0ACA44870E8E}" sibTransId="{9EFCDCB8-B380-4921-9BFD-7B871FC1239D}"/>
    <dgm:cxn modelId="{121F403F-FAB8-4578-956B-4B6FF980E32C}" type="presParOf" srcId="{C68F6D73-E673-4156-B888-7228DBAC8357}" destId="{6929EDBF-C6CA-4B5B-847D-5B8671E3DA36}" srcOrd="0" destOrd="0" presId="urn:microsoft.com/office/officeart/2005/8/layout/hList1"/>
    <dgm:cxn modelId="{FAE9919C-4079-4F84-97E4-CB5FE3A29E4E}" type="presParOf" srcId="{6929EDBF-C6CA-4B5B-847D-5B8671E3DA36}" destId="{286E6E61-118E-4AA8-B478-33157CC13BCE}" srcOrd="0" destOrd="0" presId="urn:microsoft.com/office/officeart/2005/8/layout/hList1"/>
    <dgm:cxn modelId="{5C6B1365-0313-4864-A464-346667DCB12C}" type="presParOf" srcId="{6929EDBF-C6CA-4B5B-847D-5B8671E3DA36}" destId="{093C4DF8-0431-4A73-B466-7E7F01FF0CD1}" srcOrd="1" destOrd="0" presId="urn:microsoft.com/office/officeart/2005/8/layout/hList1"/>
    <dgm:cxn modelId="{7406376C-A311-4992-A2BE-60CFF91A4ED5}" type="presParOf" srcId="{C68F6D73-E673-4156-B888-7228DBAC8357}" destId="{0EDC8A8B-42BA-43E4-84C2-5334BCFF109F}" srcOrd="1" destOrd="0" presId="urn:microsoft.com/office/officeart/2005/8/layout/hList1"/>
    <dgm:cxn modelId="{31DCBAF3-8504-4D00-99C9-6C904133689D}" type="presParOf" srcId="{C68F6D73-E673-4156-B888-7228DBAC8357}" destId="{509EFEA3-66F3-4503-B344-8B3102D8DEA3}" srcOrd="2" destOrd="0" presId="urn:microsoft.com/office/officeart/2005/8/layout/hList1"/>
    <dgm:cxn modelId="{3BB1A6FA-1DEB-433B-B559-B111033C56A5}" type="presParOf" srcId="{509EFEA3-66F3-4503-B344-8B3102D8DEA3}" destId="{B716D84B-36A3-45EB-AD9D-F37FD2C5C2FE}" srcOrd="0" destOrd="0" presId="urn:microsoft.com/office/officeart/2005/8/layout/hList1"/>
    <dgm:cxn modelId="{9DE15CA4-AEA7-4156-BA59-45B93E273138}" type="presParOf" srcId="{509EFEA3-66F3-4503-B344-8B3102D8DEA3}" destId="{FAE7FB4D-9913-4055-9BCD-853EDF5172CD}" srcOrd="1" destOrd="0" presId="urn:microsoft.com/office/officeart/2005/8/layout/hList1"/>
    <dgm:cxn modelId="{12500B9E-6519-4A3E-8505-AF45AF164C94}" type="presParOf" srcId="{C68F6D73-E673-4156-B888-7228DBAC8357}" destId="{C783B06B-608D-4EC4-A6D9-813384F36D50}" srcOrd="3" destOrd="0" presId="urn:microsoft.com/office/officeart/2005/8/layout/hList1"/>
    <dgm:cxn modelId="{5F2DE9C0-D234-498D-8443-CDE023835B17}" type="presParOf" srcId="{C68F6D73-E673-4156-B888-7228DBAC8357}" destId="{8C62B043-4C47-4AFB-8194-37FE382A22AC}" srcOrd="4" destOrd="0" presId="urn:microsoft.com/office/officeart/2005/8/layout/hList1"/>
    <dgm:cxn modelId="{022F27A7-412C-4629-AD48-E9BFD48510EB}" type="presParOf" srcId="{8C62B043-4C47-4AFB-8194-37FE382A22AC}" destId="{D913906D-235D-448D-80B0-BA476DAC2995}" srcOrd="0" destOrd="0" presId="urn:microsoft.com/office/officeart/2005/8/layout/hList1"/>
    <dgm:cxn modelId="{8879C817-5050-475B-9C61-AF288F097A4C}" type="presParOf" srcId="{8C62B043-4C47-4AFB-8194-37FE382A22AC}" destId="{297A279D-7C64-4C7A-BFD5-405A96B66107}" srcOrd="1" destOrd="0" presId="urn:microsoft.com/office/officeart/2005/8/layout/hList1"/>
    <dgm:cxn modelId="{AE1AB078-1CAE-49C6-BA93-919E6A30C866}" type="presParOf" srcId="{C68F6D73-E673-4156-B888-7228DBAC8357}" destId="{0011F0E3-EC0B-47BC-91EA-74016AAECCB5}" srcOrd="5" destOrd="0" presId="urn:microsoft.com/office/officeart/2005/8/layout/hList1"/>
    <dgm:cxn modelId="{7F09362F-1790-4083-9653-46430FF0C5DE}" type="presParOf" srcId="{C68F6D73-E673-4156-B888-7228DBAC8357}" destId="{C7ADE966-AD71-49FB-9702-D9AEBB936D72}" srcOrd="6" destOrd="0" presId="urn:microsoft.com/office/officeart/2005/8/layout/hList1"/>
    <dgm:cxn modelId="{C7E35B51-6199-4BB5-8632-D23316A2D948}" type="presParOf" srcId="{C7ADE966-AD71-49FB-9702-D9AEBB936D72}" destId="{01454084-24C5-4F94-A16C-EE8614548E2C}" srcOrd="0" destOrd="0" presId="urn:microsoft.com/office/officeart/2005/8/layout/hList1"/>
    <dgm:cxn modelId="{97174FE4-4B5F-44E2-82B2-21B5C08957E5}" type="presParOf" srcId="{C7ADE966-AD71-49FB-9702-D9AEBB936D72}" destId="{D9123ADD-698C-4876-8F12-F278152F39C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88F56B9-A7E1-4CA1-BF3F-11CEAFD22C75}" type="doc">
      <dgm:prSet loTypeId="urn:microsoft.com/office/officeart/2005/8/layout/hProcess9" loCatId="process" qsTypeId="urn:microsoft.com/office/officeart/2005/8/quickstyle/simple3" qsCatId="simple" csTypeId="urn:microsoft.com/office/officeart/2005/8/colors/accent0_3" csCatId="mainScheme"/>
      <dgm:spPr/>
      <dgm:t>
        <a:bodyPr/>
        <a:lstStyle/>
        <a:p>
          <a:endParaRPr lang="en-GB"/>
        </a:p>
      </dgm:t>
    </dgm:pt>
    <dgm:pt modelId="{9A8C3155-CC21-4D31-8BCF-44446F827EAE}">
      <dgm:prSet custT="1"/>
      <dgm:spPr/>
      <dgm:t>
        <a:bodyPr/>
        <a:lstStyle/>
        <a:p>
          <a:r>
            <a:rPr lang="en-GB" sz="1800" dirty="0"/>
            <a:t>~400 customers are </a:t>
          </a:r>
          <a:r>
            <a:rPr lang="en-GB" sz="1800" b="1" dirty="0"/>
            <a:t>borderline cases</a:t>
          </a:r>
          <a:r>
            <a:rPr lang="en-GB" sz="1800" dirty="0"/>
            <a:t> </a:t>
          </a:r>
        </a:p>
      </dgm:t>
    </dgm:pt>
    <dgm:pt modelId="{3C01CCF5-B572-4A9B-9FC7-FE6B8958A0E7}" type="parTrans" cxnId="{8A6E35F7-3164-47D0-ADF1-C1AB5BCC1023}">
      <dgm:prSet/>
      <dgm:spPr/>
      <dgm:t>
        <a:bodyPr/>
        <a:lstStyle/>
        <a:p>
          <a:endParaRPr lang="en-GB"/>
        </a:p>
      </dgm:t>
    </dgm:pt>
    <dgm:pt modelId="{5944C366-FDD3-479E-BC61-AB41031CF088}" type="sibTrans" cxnId="{8A6E35F7-3164-47D0-ADF1-C1AB5BCC1023}">
      <dgm:prSet/>
      <dgm:spPr/>
      <dgm:t>
        <a:bodyPr/>
        <a:lstStyle/>
        <a:p>
          <a:endParaRPr lang="en-GB"/>
        </a:p>
      </dgm:t>
    </dgm:pt>
    <dgm:pt modelId="{067B2566-A00D-4AAD-A19B-DA78A73A5A29}">
      <dgm:prSet custT="1"/>
      <dgm:spPr/>
      <dgm:t>
        <a:bodyPr/>
        <a:lstStyle/>
        <a:p>
          <a:r>
            <a:rPr lang="en-GB" sz="1800" dirty="0"/>
            <a:t>Their assignment is </a:t>
          </a:r>
          <a:r>
            <a:rPr lang="en-GB" sz="1800" b="1" dirty="0"/>
            <a:t>not strongly distinct to one segment</a:t>
          </a:r>
          <a:endParaRPr lang="en-GB" sz="1800" dirty="0"/>
        </a:p>
      </dgm:t>
    </dgm:pt>
    <dgm:pt modelId="{77033168-67A4-46B7-B3C3-E64173FA6BAA}" type="parTrans" cxnId="{0E86D3A6-D799-46D1-A4FB-76577F69F320}">
      <dgm:prSet/>
      <dgm:spPr/>
      <dgm:t>
        <a:bodyPr/>
        <a:lstStyle/>
        <a:p>
          <a:endParaRPr lang="en-GB"/>
        </a:p>
      </dgm:t>
    </dgm:pt>
    <dgm:pt modelId="{3C13AACF-3CE6-48C5-8860-9598845D18E5}" type="sibTrans" cxnId="{0E86D3A6-D799-46D1-A4FB-76577F69F320}">
      <dgm:prSet/>
      <dgm:spPr/>
      <dgm:t>
        <a:bodyPr/>
        <a:lstStyle/>
        <a:p>
          <a:endParaRPr lang="en-GB"/>
        </a:p>
      </dgm:t>
    </dgm:pt>
    <dgm:pt modelId="{B713B183-650C-48B9-8CFE-1B29466EE222}" type="pres">
      <dgm:prSet presAssocID="{688F56B9-A7E1-4CA1-BF3F-11CEAFD22C75}" presName="CompostProcess" presStyleCnt="0">
        <dgm:presLayoutVars>
          <dgm:dir/>
          <dgm:resizeHandles val="exact"/>
        </dgm:presLayoutVars>
      </dgm:prSet>
      <dgm:spPr/>
    </dgm:pt>
    <dgm:pt modelId="{4001A385-83F3-4EB2-9591-9EA6E524C25F}" type="pres">
      <dgm:prSet presAssocID="{688F56B9-A7E1-4CA1-BF3F-11CEAFD22C75}" presName="arrow" presStyleLbl="bgShp" presStyleIdx="0" presStyleCnt="1"/>
      <dgm:spPr/>
    </dgm:pt>
    <dgm:pt modelId="{4637F98B-9A11-4556-B315-26DCABCE22EC}" type="pres">
      <dgm:prSet presAssocID="{688F56B9-A7E1-4CA1-BF3F-11CEAFD22C75}" presName="linearProcess" presStyleCnt="0"/>
      <dgm:spPr/>
    </dgm:pt>
    <dgm:pt modelId="{6A2C5D79-6A3A-46FB-A82F-B97DECFCE98F}" type="pres">
      <dgm:prSet presAssocID="{9A8C3155-CC21-4D31-8BCF-44446F827EAE}" presName="textNode" presStyleLbl="node1" presStyleIdx="0" presStyleCnt="2">
        <dgm:presLayoutVars>
          <dgm:bulletEnabled val="1"/>
        </dgm:presLayoutVars>
      </dgm:prSet>
      <dgm:spPr/>
    </dgm:pt>
    <dgm:pt modelId="{B3857523-D43D-41A4-8353-90CC3A3B2632}" type="pres">
      <dgm:prSet presAssocID="{5944C366-FDD3-479E-BC61-AB41031CF088}" presName="sibTrans" presStyleCnt="0"/>
      <dgm:spPr/>
    </dgm:pt>
    <dgm:pt modelId="{1F64C0CC-256E-4324-A676-C2E6ED1BCA65}" type="pres">
      <dgm:prSet presAssocID="{067B2566-A00D-4AAD-A19B-DA78A73A5A29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3436AB04-6974-4BC6-8517-5F1D8897B2BA}" type="presOf" srcId="{067B2566-A00D-4AAD-A19B-DA78A73A5A29}" destId="{1F64C0CC-256E-4324-A676-C2E6ED1BCA65}" srcOrd="0" destOrd="0" presId="urn:microsoft.com/office/officeart/2005/8/layout/hProcess9"/>
    <dgm:cxn modelId="{0E86D3A6-D799-46D1-A4FB-76577F69F320}" srcId="{688F56B9-A7E1-4CA1-BF3F-11CEAFD22C75}" destId="{067B2566-A00D-4AAD-A19B-DA78A73A5A29}" srcOrd="1" destOrd="0" parTransId="{77033168-67A4-46B7-B3C3-E64173FA6BAA}" sibTransId="{3C13AACF-3CE6-48C5-8860-9598845D18E5}"/>
    <dgm:cxn modelId="{661C92DC-F7E8-4840-A84A-F463A0174589}" type="presOf" srcId="{9A8C3155-CC21-4D31-8BCF-44446F827EAE}" destId="{6A2C5D79-6A3A-46FB-A82F-B97DECFCE98F}" srcOrd="0" destOrd="0" presId="urn:microsoft.com/office/officeart/2005/8/layout/hProcess9"/>
    <dgm:cxn modelId="{8A6E35F7-3164-47D0-ADF1-C1AB5BCC1023}" srcId="{688F56B9-A7E1-4CA1-BF3F-11CEAFD22C75}" destId="{9A8C3155-CC21-4D31-8BCF-44446F827EAE}" srcOrd="0" destOrd="0" parTransId="{3C01CCF5-B572-4A9B-9FC7-FE6B8958A0E7}" sibTransId="{5944C366-FDD3-479E-BC61-AB41031CF088}"/>
    <dgm:cxn modelId="{09DADBFC-928D-4C11-8F07-53FE96D4F8C2}" type="presOf" srcId="{688F56B9-A7E1-4CA1-BF3F-11CEAFD22C75}" destId="{B713B183-650C-48B9-8CFE-1B29466EE222}" srcOrd="0" destOrd="0" presId="urn:microsoft.com/office/officeart/2005/8/layout/hProcess9"/>
    <dgm:cxn modelId="{B8D494B6-0698-4A28-B0B5-31CE75BE79FD}" type="presParOf" srcId="{B713B183-650C-48B9-8CFE-1B29466EE222}" destId="{4001A385-83F3-4EB2-9591-9EA6E524C25F}" srcOrd="0" destOrd="0" presId="urn:microsoft.com/office/officeart/2005/8/layout/hProcess9"/>
    <dgm:cxn modelId="{FBDBD659-62E5-4855-900C-823FC258C0AA}" type="presParOf" srcId="{B713B183-650C-48B9-8CFE-1B29466EE222}" destId="{4637F98B-9A11-4556-B315-26DCABCE22EC}" srcOrd="1" destOrd="0" presId="urn:microsoft.com/office/officeart/2005/8/layout/hProcess9"/>
    <dgm:cxn modelId="{B14C44DD-DE91-467F-B1D6-CF4EBCCF6B4F}" type="presParOf" srcId="{4637F98B-9A11-4556-B315-26DCABCE22EC}" destId="{6A2C5D79-6A3A-46FB-A82F-B97DECFCE98F}" srcOrd="0" destOrd="0" presId="urn:microsoft.com/office/officeart/2005/8/layout/hProcess9"/>
    <dgm:cxn modelId="{BE84EE32-6AD5-4978-92E9-0A5D6AFDED08}" type="presParOf" srcId="{4637F98B-9A11-4556-B315-26DCABCE22EC}" destId="{B3857523-D43D-41A4-8353-90CC3A3B2632}" srcOrd="1" destOrd="0" presId="urn:microsoft.com/office/officeart/2005/8/layout/hProcess9"/>
    <dgm:cxn modelId="{C06C4A25-DFA1-4876-B27B-94AAC8D241F1}" type="presParOf" srcId="{4637F98B-9A11-4556-B315-26DCABCE22EC}" destId="{1F64C0CC-256E-4324-A676-C2E6ED1BCA65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5DDE60E-CC0B-4A78-9729-C3BFBADA7075}" type="doc">
      <dgm:prSet loTypeId="urn:microsoft.com/office/officeart/2009/3/layout/SubStepProcess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7EE88476-B92B-4FD2-95AB-654FACCCFB42}">
      <dgm:prSet/>
      <dgm:spPr/>
      <dgm:t>
        <a:bodyPr/>
        <a:lstStyle/>
        <a:p>
          <a:r>
            <a:rPr lang="en-GB" dirty="0"/>
            <a:t>~400 customers</a:t>
          </a:r>
        </a:p>
      </dgm:t>
    </dgm:pt>
    <dgm:pt modelId="{BBFD746C-BC42-4E39-8682-26547D44A64E}" type="parTrans" cxnId="{9C5D728A-DE6C-4304-98DB-D24CB80B3DBF}">
      <dgm:prSet/>
      <dgm:spPr/>
      <dgm:t>
        <a:bodyPr/>
        <a:lstStyle/>
        <a:p>
          <a:endParaRPr lang="en-GB"/>
        </a:p>
      </dgm:t>
    </dgm:pt>
    <dgm:pt modelId="{FAF42B18-F269-479B-9A25-111460885734}" type="sibTrans" cxnId="{9C5D728A-DE6C-4304-98DB-D24CB80B3DBF}">
      <dgm:prSet/>
      <dgm:spPr/>
      <dgm:t>
        <a:bodyPr/>
        <a:lstStyle/>
        <a:p>
          <a:endParaRPr lang="en-GB"/>
        </a:p>
      </dgm:t>
    </dgm:pt>
    <dgm:pt modelId="{2C404F78-1FE2-4D2B-A8F7-8465A985E660}">
      <dgm:prSet/>
      <dgm:spPr/>
      <dgm:t>
        <a:bodyPr/>
        <a:lstStyle/>
        <a:p>
          <a:r>
            <a:rPr lang="en-GB"/>
            <a:t>Have </a:t>
          </a:r>
          <a:r>
            <a:rPr lang="en-GB" b="1"/>
            <a:t>similar distance to multiple clusters</a:t>
          </a:r>
          <a:r>
            <a:rPr lang="en-GB"/>
            <a:t> </a:t>
          </a:r>
        </a:p>
      </dgm:t>
    </dgm:pt>
    <dgm:pt modelId="{89CCBA10-49DE-47B7-8FB5-7ADA35037754}" type="parTrans" cxnId="{BCAD1500-0FE8-489A-9889-35BA2AE9956A}">
      <dgm:prSet/>
      <dgm:spPr/>
      <dgm:t>
        <a:bodyPr/>
        <a:lstStyle/>
        <a:p>
          <a:endParaRPr lang="en-GB"/>
        </a:p>
      </dgm:t>
    </dgm:pt>
    <dgm:pt modelId="{AF0CDF45-3CEB-4736-B0F4-3879E3272022}" type="sibTrans" cxnId="{BCAD1500-0FE8-489A-9889-35BA2AE9956A}">
      <dgm:prSet/>
      <dgm:spPr/>
      <dgm:t>
        <a:bodyPr/>
        <a:lstStyle/>
        <a:p>
          <a:endParaRPr lang="en-GB"/>
        </a:p>
      </dgm:t>
    </dgm:pt>
    <dgm:pt modelId="{28DABA8E-1291-40A2-A940-002878BB502B}">
      <dgm:prSet/>
      <dgm:spPr/>
      <dgm:t>
        <a:bodyPr/>
        <a:lstStyle/>
        <a:p>
          <a:r>
            <a:rPr lang="en-GB" dirty="0"/>
            <a:t>Show </a:t>
          </a:r>
          <a:r>
            <a:rPr lang="en-GB" b="1" dirty="0"/>
            <a:t>mixed behavioural patterns</a:t>
          </a:r>
          <a:r>
            <a:rPr lang="en-GB" dirty="0"/>
            <a:t> </a:t>
          </a:r>
        </a:p>
      </dgm:t>
    </dgm:pt>
    <dgm:pt modelId="{A93D6F4C-1BE0-4F37-98DA-51E4A469393D}" type="parTrans" cxnId="{850CAA91-F0DB-475B-8370-554B61683B03}">
      <dgm:prSet/>
      <dgm:spPr/>
      <dgm:t>
        <a:bodyPr/>
        <a:lstStyle/>
        <a:p>
          <a:endParaRPr lang="en-GB"/>
        </a:p>
      </dgm:t>
    </dgm:pt>
    <dgm:pt modelId="{C89CCD48-4411-43C0-9401-4F3986B2F552}" type="sibTrans" cxnId="{850CAA91-F0DB-475B-8370-554B61683B03}">
      <dgm:prSet/>
      <dgm:spPr/>
      <dgm:t>
        <a:bodyPr/>
        <a:lstStyle/>
        <a:p>
          <a:endParaRPr lang="en-GB"/>
        </a:p>
      </dgm:t>
    </dgm:pt>
    <dgm:pt modelId="{846D4CD9-C8F1-4322-B9F2-A34E4FCE8AE6}">
      <dgm:prSet/>
      <dgm:spPr/>
      <dgm:t>
        <a:bodyPr/>
        <a:lstStyle/>
        <a:p>
          <a:r>
            <a:rPr lang="en-GB" b="1" dirty="0"/>
            <a:t>Not strongly assigned to one segment</a:t>
          </a:r>
          <a:r>
            <a:rPr lang="en-GB" dirty="0"/>
            <a:t> </a:t>
          </a:r>
        </a:p>
      </dgm:t>
    </dgm:pt>
    <dgm:pt modelId="{434DE087-94EB-41A4-9D45-FE4BCB30E1FD}" type="parTrans" cxnId="{E3A3C449-F4B1-4FBA-9931-F2ACAA84824E}">
      <dgm:prSet/>
      <dgm:spPr/>
      <dgm:t>
        <a:bodyPr/>
        <a:lstStyle/>
        <a:p>
          <a:endParaRPr lang="en-GB"/>
        </a:p>
      </dgm:t>
    </dgm:pt>
    <dgm:pt modelId="{68CAFF0D-6022-4C99-947A-7AABD10E6AE4}" type="sibTrans" cxnId="{E3A3C449-F4B1-4FBA-9931-F2ACAA84824E}">
      <dgm:prSet/>
      <dgm:spPr/>
      <dgm:t>
        <a:bodyPr/>
        <a:lstStyle/>
        <a:p>
          <a:endParaRPr lang="en-GB"/>
        </a:p>
      </dgm:t>
    </dgm:pt>
    <dgm:pt modelId="{0E468F58-390C-477D-AE92-EB87CCFCDC9C}">
      <dgm:prSet/>
      <dgm:spPr/>
      <dgm:t>
        <a:bodyPr/>
        <a:lstStyle/>
        <a:p>
          <a:r>
            <a:rPr lang="en-GB" dirty="0"/>
            <a:t>Borderline customers should be</a:t>
          </a:r>
        </a:p>
      </dgm:t>
    </dgm:pt>
    <dgm:pt modelId="{3DBDF0CD-D57F-4D9D-9388-730F86514630}" type="parTrans" cxnId="{19C969C1-8C63-4345-BA2F-41ADFF1C5AFF}">
      <dgm:prSet/>
      <dgm:spPr/>
      <dgm:t>
        <a:bodyPr/>
        <a:lstStyle/>
        <a:p>
          <a:endParaRPr lang="en-GB"/>
        </a:p>
      </dgm:t>
    </dgm:pt>
    <dgm:pt modelId="{C3F82232-C445-4FC9-949F-5CF979B48D6B}" type="sibTrans" cxnId="{19C969C1-8C63-4345-BA2F-41ADFF1C5AFF}">
      <dgm:prSet/>
      <dgm:spPr/>
      <dgm:t>
        <a:bodyPr/>
        <a:lstStyle/>
        <a:p>
          <a:endParaRPr lang="en-GB"/>
        </a:p>
      </dgm:t>
    </dgm:pt>
    <dgm:pt modelId="{E12FFF25-3311-4F88-AA7A-FCC8411A8408}">
      <dgm:prSet/>
      <dgm:spPr/>
      <dgm:t>
        <a:bodyPr/>
        <a:lstStyle/>
        <a:p>
          <a:r>
            <a:rPr lang="en-GB" b="1" dirty="0"/>
            <a:t>Monitor over time</a:t>
          </a:r>
          <a:r>
            <a:rPr lang="en-GB" dirty="0"/>
            <a:t> </a:t>
          </a:r>
        </a:p>
      </dgm:t>
    </dgm:pt>
    <dgm:pt modelId="{E5968735-7C08-4ADA-B6A8-755B56003FD3}" type="parTrans" cxnId="{2AFD6C24-9A6A-4A3A-8B04-F08DBF210ADE}">
      <dgm:prSet/>
      <dgm:spPr/>
      <dgm:t>
        <a:bodyPr/>
        <a:lstStyle/>
        <a:p>
          <a:endParaRPr lang="en-GB"/>
        </a:p>
      </dgm:t>
    </dgm:pt>
    <dgm:pt modelId="{F5555DEE-E74C-4256-A7E2-33FA15E4C042}" type="sibTrans" cxnId="{2AFD6C24-9A6A-4A3A-8B04-F08DBF210ADE}">
      <dgm:prSet/>
      <dgm:spPr/>
      <dgm:t>
        <a:bodyPr/>
        <a:lstStyle/>
        <a:p>
          <a:endParaRPr lang="en-GB"/>
        </a:p>
      </dgm:t>
    </dgm:pt>
    <dgm:pt modelId="{C7FE94AC-B467-444F-B276-B671D4AA37BB}">
      <dgm:prSet/>
      <dgm:spPr/>
      <dgm:t>
        <a:bodyPr/>
        <a:lstStyle/>
        <a:p>
          <a:r>
            <a:rPr lang="en-GB" b="1" dirty="0"/>
            <a:t>Track for movement between clusters</a:t>
          </a:r>
          <a:r>
            <a:rPr lang="en-GB" dirty="0"/>
            <a:t> </a:t>
          </a:r>
        </a:p>
      </dgm:t>
    </dgm:pt>
    <dgm:pt modelId="{67055704-3459-4277-9618-F96F4E063E0F}" type="parTrans" cxnId="{4CD28463-795A-432A-AA65-391F66CC1404}">
      <dgm:prSet/>
      <dgm:spPr/>
      <dgm:t>
        <a:bodyPr/>
        <a:lstStyle/>
        <a:p>
          <a:endParaRPr lang="en-GB"/>
        </a:p>
      </dgm:t>
    </dgm:pt>
    <dgm:pt modelId="{828E4FDD-8C47-4444-BD84-33CEFDFBCE32}" type="sibTrans" cxnId="{4CD28463-795A-432A-AA65-391F66CC1404}">
      <dgm:prSet/>
      <dgm:spPr/>
      <dgm:t>
        <a:bodyPr/>
        <a:lstStyle/>
        <a:p>
          <a:endParaRPr lang="en-GB"/>
        </a:p>
      </dgm:t>
    </dgm:pt>
    <dgm:pt modelId="{4F959A41-35BC-480B-B24E-C6D40200DE25}">
      <dgm:prSet/>
      <dgm:spPr/>
      <dgm:t>
        <a:bodyPr/>
        <a:lstStyle/>
        <a:p>
          <a:r>
            <a:rPr lang="en-GB" dirty="0"/>
            <a:t>Avoid rigid classification decisions </a:t>
          </a:r>
        </a:p>
      </dgm:t>
    </dgm:pt>
    <dgm:pt modelId="{084D01C1-D186-492F-A142-C24C030C1497}" type="parTrans" cxnId="{E75BE4C5-A890-4020-A830-04BA2ABA879A}">
      <dgm:prSet/>
      <dgm:spPr/>
      <dgm:t>
        <a:bodyPr/>
        <a:lstStyle/>
        <a:p>
          <a:endParaRPr lang="en-GB"/>
        </a:p>
      </dgm:t>
    </dgm:pt>
    <dgm:pt modelId="{42BC50A4-9504-4ED3-A932-CB26D0369E16}" type="sibTrans" cxnId="{E75BE4C5-A890-4020-A830-04BA2ABA879A}">
      <dgm:prSet/>
      <dgm:spPr/>
      <dgm:t>
        <a:bodyPr/>
        <a:lstStyle/>
        <a:p>
          <a:endParaRPr lang="en-GB"/>
        </a:p>
      </dgm:t>
    </dgm:pt>
    <dgm:pt modelId="{431E2779-B26B-48F2-BB5C-63B2DF94070E}" type="pres">
      <dgm:prSet presAssocID="{B5DDE60E-CC0B-4A78-9729-C3BFBADA7075}" presName="Name0" presStyleCnt="0">
        <dgm:presLayoutVars>
          <dgm:chMax val="7"/>
          <dgm:dir/>
          <dgm:animOne val="branch"/>
        </dgm:presLayoutVars>
      </dgm:prSet>
      <dgm:spPr/>
    </dgm:pt>
    <dgm:pt modelId="{4A1677D2-D207-4A04-B935-EB7BD7883ABB}" type="pres">
      <dgm:prSet presAssocID="{7EE88476-B92B-4FD2-95AB-654FACCCFB42}" presName="parTx1" presStyleLbl="node1" presStyleIdx="0" presStyleCnt="2"/>
      <dgm:spPr/>
    </dgm:pt>
    <dgm:pt modelId="{C668BF68-F933-4203-9633-3B2211CA3260}" type="pres">
      <dgm:prSet presAssocID="{7EE88476-B92B-4FD2-95AB-654FACCCFB42}" presName="spPre1" presStyleCnt="0"/>
      <dgm:spPr/>
    </dgm:pt>
    <dgm:pt modelId="{BE450780-DA3C-4FC4-A31B-4D9C1CE5D958}" type="pres">
      <dgm:prSet presAssocID="{7EE88476-B92B-4FD2-95AB-654FACCCFB42}" presName="chLin1" presStyleCnt="0"/>
      <dgm:spPr/>
    </dgm:pt>
    <dgm:pt modelId="{653A5079-913C-4311-A64E-FE8ACEFFD272}" type="pres">
      <dgm:prSet presAssocID="{89CCBA10-49DE-47B7-8FB5-7ADA35037754}" presName="Name11" presStyleLbl="parChTrans1D1" presStyleIdx="0" presStyleCnt="18"/>
      <dgm:spPr/>
    </dgm:pt>
    <dgm:pt modelId="{CE6040F6-92C0-4C2C-AC2E-DAD59B24BF57}" type="pres">
      <dgm:prSet presAssocID="{89CCBA10-49DE-47B7-8FB5-7ADA35037754}" presName="Name31" presStyleLbl="parChTrans1D1" presStyleIdx="1" presStyleCnt="18"/>
      <dgm:spPr/>
    </dgm:pt>
    <dgm:pt modelId="{07EF3F36-F032-4143-809D-CE805C2F18F9}" type="pres">
      <dgm:prSet presAssocID="{2C404F78-1FE2-4D2B-A8F7-8465A985E660}" presName="txAndLines1" presStyleCnt="0"/>
      <dgm:spPr/>
    </dgm:pt>
    <dgm:pt modelId="{1318B7A2-17B7-4EA8-AC53-F5D7558CB806}" type="pres">
      <dgm:prSet presAssocID="{2C404F78-1FE2-4D2B-A8F7-8465A985E660}" presName="anchor1" presStyleCnt="0"/>
      <dgm:spPr/>
    </dgm:pt>
    <dgm:pt modelId="{BD288875-3386-4648-8E20-6120501BB261}" type="pres">
      <dgm:prSet presAssocID="{2C404F78-1FE2-4D2B-A8F7-8465A985E660}" presName="backup1" presStyleCnt="0"/>
      <dgm:spPr/>
    </dgm:pt>
    <dgm:pt modelId="{4A5E6CC3-A1FC-4A86-A451-120A474CEAA6}" type="pres">
      <dgm:prSet presAssocID="{2C404F78-1FE2-4D2B-A8F7-8465A985E660}" presName="preLine1" presStyleLbl="parChTrans1D1" presStyleIdx="2" presStyleCnt="18"/>
      <dgm:spPr/>
    </dgm:pt>
    <dgm:pt modelId="{CBBD50EF-9EA5-4347-88AE-B13C84CEB870}" type="pres">
      <dgm:prSet presAssocID="{2C404F78-1FE2-4D2B-A8F7-8465A985E660}" presName="desTx1" presStyleLbl="revTx" presStyleIdx="0" presStyleCnt="0">
        <dgm:presLayoutVars>
          <dgm:bulletEnabled val="1"/>
        </dgm:presLayoutVars>
      </dgm:prSet>
      <dgm:spPr/>
    </dgm:pt>
    <dgm:pt modelId="{69E4F3F4-B707-4DD3-BAC4-24F806FC0FEB}" type="pres">
      <dgm:prSet presAssocID="{2C404F78-1FE2-4D2B-A8F7-8465A985E660}" presName="postLine1" presStyleLbl="parChTrans1D1" presStyleIdx="3" presStyleCnt="18"/>
      <dgm:spPr/>
    </dgm:pt>
    <dgm:pt modelId="{0CF2E39A-10F0-466E-9F2B-F3F053E79C97}" type="pres">
      <dgm:prSet presAssocID="{A93D6F4C-1BE0-4F37-98DA-51E4A469393D}" presName="Name11" presStyleLbl="parChTrans1D1" presStyleIdx="4" presStyleCnt="18"/>
      <dgm:spPr/>
    </dgm:pt>
    <dgm:pt modelId="{775D2F93-88F9-46BC-82B7-A1A703B3AAE0}" type="pres">
      <dgm:prSet presAssocID="{A93D6F4C-1BE0-4F37-98DA-51E4A469393D}" presName="Name31" presStyleLbl="parChTrans1D1" presStyleIdx="5" presStyleCnt="18"/>
      <dgm:spPr/>
    </dgm:pt>
    <dgm:pt modelId="{E84CAB97-A5A2-4659-A91E-30D8282DEA05}" type="pres">
      <dgm:prSet presAssocID="{28DABA8E-1291-40A2-A940-002878BB502B}" presName="txAndLines1" presStyleCnt="0"/>
      <dgm:spPr/>
    </dgm:pt>
    <dgm:pt modelId="{BF9D786B-DA41-4647-A728-06E38CB4A22F}" type="pres">
      <dgm:prSet presAssocID="{28DABA8E-1291-40A2-A940-002878BB502B}" presName="anchor1" presStyleCnt="0"/>
      <dgm:spPr/>
    </dgm:pt>
    <dgm:pt modelId="{55260EA9-3CCB-4C0C-9C34-6780E607A444}" type="pres">
      <dgm:prSet presAssocID="{28DABA8E-1291-40A2-A940-002878BB502B}" presName="backup1" presStyleCnt="0"/>
      <dgm:spPr/>
    </dgm:pt>
    <dgm:pt modelId="{A8A80D3E-80A1-4900-B28D-7D1FD7303405}" type="pres">
      <dgm:prSet presAssocID="{28DABA8E-1291-40A2-A940-002878BB502B}" presName="preLine1" presStyleLbl="parChTrans1D1" presStyleIdx="6" presStyleCnt="18"/>
      <dgm:spPr/>
    </dgm:pt>
    <dgm:pt modelId="{7E5D707D-1737-4B0F-A2BD-586404D87316}" type="pres">
      <dgm:prSet presAssocID="{28DABA8E-1291-40A2-A940-002878BB502B}" presName="desTx1" presStyleLbl="revTx" presStyleIdx="0" presStyleCnt="0">
        <dgm:presLayoutVars>
          <dgm:bulletEnabled val="1"/>
        </dgm:presLayoutVars>
      </dgm:prSet>
      <dgm:spPr/>
    </dgm:pt>
    <dgm:pt modelId="{5D1C3B48-2E36-494F-9933-B65D22F7A21A}" type="pres">
      <dgm:prSet presAssocID="{28DABA8E-1291-40A2-A940-002878BB502B}" presName="postLine1" presStyleLbl="parChTrans1D1" presStyleIdx="7" presStyleCnt="18"/>
      <dgm:spPr/>
    </dgm:pt>
    <dgm:pt modelId="{5D386316-9285-4ACE-93D8-0B8DEAE487FD}" type="pres">
      <dgm:prSet presAssocID="{434DE087-94EB-41A4-9D45-FE4BCB30E1FD}" presName="Name11" presStyleLbl="parChTrans1D1" presStyleIdx="8" presStyleCnt="18"/>
      <dgm:spPr/>
    </dgm:pt>
    <dgm:pt modelId="{A42D2461-DFD3-4EDD-B956-C817AE4FEBFC}" type="pres">
      <dgm:prSet presAssocID="{434DE087-94EB-41A4-9D45-FE4BCB30E1FD}" presName="Name31" presStyleLbl="parChTrans1D1" presStyleIdx="9" presStyleCnt="18"/>
      <dgm:spPr/>
    </dgm:pt>
    <dgm:pt modelId="{AEEE025C-A436-4E4A-ACE4-CF4BD9081095}" type="pres">
      <dgm:prSet presAssocID="{846D4CD9-C8F1-4322-B9F2-A34E4FCE8AE6}" presName="txAndLines1" presStyleCnt="0"/>
      <dgm:spPr/>
    </dgm:pt>
    <dgm:pt modelId="{E66AC3BC-1528-4B46-AA5D-0DEEDC8DAD5D}" type="pres">
      <dgm:prSet presAssocID="{846D4CD9-C8F1-4322-B9F2-A34E4FCE8AE6}" presName="anchor1" presStyleCnt="0"/>
      <dgm:spPr/>
    </dgm:pt>
    <dgm:pt modelId="{019940EB-94FB-4949-AABA-CABFA503A94E}" type="pres">
      <dgm:prSet presAssocID="{846D4CD9-C8F1-4322-B9F2-A34E4FCE8AE6}" presName="backup1" presStyleCnt="0"/>
      <dgm:spPr/>
    </dgm:pt>
    <dgm:pt modelId="{DED88A38-BC5A-49D5-AE00-34EC2750B525}" type="pres">
      <dgm:prSet presAssocID="{846D4CD9-C8F1-4322-B9F2-A34E4FCE8AE6}" presName="preLine1" presStyleLbl="parChTrans1D1" presStyleIdx="10" presStyleCnt="18"/>
      <dgm:spPr/>
    </dgm:pt>
    <dgm:pt modelId="{D79AD8BA-C71E-4879-8828-0310B6926A34}" type="pres">
      <dgm:prSet presAssocID="{846D4CD9-C8F1-4322-B9F2-A34E4FCE8AE6}" presName="desTx1" presStyleLbl="revTx" presStyleIdx="0" presStyleCnt="0">
        <dgm:presLayoutVars>
          <dgm:bulletEnabled val="1"/>
        </dgm:presLayoutVars>
      </dgm:prSet>
      <dgm:spPr/>
    </dgm:pt>
    <dgm:pt modelId="{0428C770-2BB3-4F80-8965-E3B0145BE7E8}" type="pres">
      <dgm:prSet presAssocID="{846D4CD9-C8F1-4322-B9F2-A34E4FCE8AE6}" presName="postLine1" presStyleLbl="parChTrans1D1" presStyleIdx="11" presStyleCnt="18"/>
      <dgm:spPr/>
    </dgm:pt>
    <dgm:pt modelId="{04F11DF3-75C8-4ECA-93E5-509F15507C54}" type="pres">
      <dgm:prSet presAssocID="{7EE88476-B92B-4FD2-95AB-654FACCCFB42}" presName="spPost1" presStyleCnt="0"/>
      <dgm:spPr/>
    </dgm:pt>
    <dgm:pt modelId="{23257640-02FA-41EB-835F-74224C19CD71}" type="pres">
      <dgm:prSet presAssocID="{0E468F58-390C-477D-AE92-EB87CCFCDC9C}" presName="parTx2" presStyleLbl="node1" presStyleIdx="1" presStyleCnt="2"/>
      <dgm:spPr/>
    </dgm:pt>
    <dgm:pt modelId="{3FF158CD-93CA-4CED-B61B-B87E326ED953}" type="pres">
      <dgm:prSet presAssocID="{0E468F58-390C-477D-AE92-EB87CCFCDC9C}" presName="spPre2" presStyleCnt="0"/>
      <dgm:spPr/>
    </dgm:pt>
    <dgm:pt modelId="{B85082CF-41E6-4187-9FD2-2E87AC97AADC}" type="pres">
      <dgm:prSet presAssocID="{0E468F58-390C-477D-AE92-EB87CCFCDC9C}" presName="chLin2" presStyleCnt="0"/>
      <dgm:spPr/>
    </dgm:pt>
    <dgm:pt modelId="{C0B497D1-5096-44A8-84FA-58D50F7B5B6C}" type="pres">
      <dgm:prSet presAssocID="{E5968735-7C08-4ADA-B6A8-755B56003FD3}" presName="Name45" presStyleLbl="parChTrans1D1" presStyleIdx="12" presStyleCnt="18"/>
      <dgm:spPr/>
    </dgm:pt>
    <dgm:pt modelId="{30ABCF15-E6BF-40DA-AB27-CC76242C097B}" type="pres">
      <dgm:prSet presAssocID="{E12FFF25-3311-4F88-AA7A-FCC8411A8408}" presName="txAndLines2" presStyleCnt="0"/>
      <dgm:spPr/>
    </dgm:pt>
    <dgm:pt modelId="{C9E52251-1D89-4C75-B6D4-AB3A9C43B443}" type="pres">
      <dgm:prSet presAssocID="{E12FFF25-3311-4F88-AA7A-FCC8411A8408}" presName="anchor2" presStyleCnt="0"/>
      <dgm:spPr/>
    </dgm:pt>
    <dgm:pt modelId="{300B1E7F-A5F1-41D8-8446-84DD1CA5357E}" type="pres">
      <dgm:prSet presAssocID="{E12FFF25-3311-4F88-AA7A-FCC8411A8408}" presName="backup2" presStyleCnt="0"/>
      <dgm:spPr/>
    </dgm:pt>
    <dgm:pt modelId="{6B70CA58-71B0-4872-963C-9F5B2F8C4894}" type="pres">
      <dgm:prSet presAssocID="{E12FFF25-3311-4F88-AA7A-FCC8411A8408}" presName="preLine2" presStyleLbl="parChTrans1D1" presStyleIdx="13" presStyleCnt="18"/>
      <dgm:spPr/>
    </dgm:pt>
    <dgm:pt modelId="{EBE1CE99-5938-4983-A9C7-0426F80EBE18}" type="pres">
      <dgm:prSet presAssocID="{E12FFF25-3311-4F88-AA7A-FCC8411A8408}" presName="desTx2" presStyleLbl="revTx" presStyleIdx="0" presStyleCnt="0">
        <dgm:presLayoutVars>
          <dgm:bulletEnabled val="1"/>
        </dgm:presLayoutVars>
      </dgm:prSet>
      <dgm:spPr/>
    </dgm:pt>
    <dgm:pt modelId="{35F7FCB7-4144-444F-8B1D-0D68B8B425BD}" type="pres">
      <dgm:prSet presAssocID="{67055704-3459-4277-9618-F96F4E063E0F}" presName="Name45" presStyleLbl="parChTrans1D1" presStyleIdx="14" presStyleCnt="18"/>
      <dgm:spPr/>
    </dgm:pt>
    <dgm:pt modelId="{0FA7B640-0EDF-45E5-964D-7A6E122854D9}" type="pres">
      <dgm:prSet presAssocID="{C7FE94AC-B467-444F-B276-B671D4AA37BB}" presName="txAndLines2" presStyleCnt="0"/>
      <dgm:spPr/>
    </dgm:pt>
    <dgm:pt modelId="{1C5B6BA5-6AD4-4879-97FB-E55BB3931011}" type="pres">
      <dgm:prSet presAssocID="{C7FE94AC-B467-444F-B276-B671D4AA37BB}" presName="anchor2" presStyleCnt="0"/>
      <dgm:spPr/>
    </dgm:pt>
    <dgm:pt modelId="{DA3B4A1B-E094-4573-B38F-06EF9658D1AF}" type="pres">
      <dgm:prSet presAssocID="{C7FE94AC-B467-444F-B276-B671D4AA37BB}" presName="backup2" presStyleCnt="0"/>
      <dgm:spPr/>
    </dgm:pt>
    <dgm:pt modelId="{EA868925-2F48-4438-A202-6D045B35D2A5}" type="pres">
      <dgm:prSet presAssocID="{C7FE94AC-B467-444F-B276-B671D4AA37BB}" presName="preLine2" presStyleLbl="parChTrans1D1" presStyleIdx="15" presStyleCnt="18"/>
      <dgm:spPr/>
    </dgm:pt>
    <dgm:pt modelId="{E270F12F-0D08-4FCC-9DEE-C617D7B371F7}" type="pres">
      <dgm:prSet presAssocID="{C7FE94AC-B467-444F-B276-B671D4AA37BB}" presName="desTx2" presStyleLbl="revTx" presStyleIdx="0" presStyleCnt="0">
        <dgm:presLayoutVars>
          <dgm:bulletEnabled val="1"/>
        </dgm:presLayoutVars>
      </dgm:prSet>
      <dgm:spPr/>
    </dgm:pt>
    <dgm:pt modelId="{3D54E73D-DC4D-4118-8B37-32875924040B}" type="pres">
      <dgm:prSet presAssocID="{084D01C1-D186-492F-A142-C24C030C1497}" presName="Name45" presStyleLbl="parChTrans1D1" presStyleIdx="16" presStyleCnt="18"/>
      <dgm:spPr/>
    </dgm:pt>
    <dgm:pt modelId="{7D470856-5572-4881-93F6-9AB23E61D98C}" type="pres">
      <dgm:prSet presAssocID="{4F959A41-35BC-480B-B24E-C6D40200DE25}" presName="txAndLines2" presStyleCnt="0"/>
      <dgm:spPr/>
    </dgm:pt>
    <dgm:pt modelId="{D1E25C72-71D9-4F1C-BC11-142487074377}" type="pres">
      <dgm:prSet presAssocID="{4F959A41-35BC-480B-B24E-C6D40200DE25}" presName="anchor2" presStyleCnt="0"/>
      <dgm:spPr/>
    </dgm:pt>
    <dgm:pt modelId="{6312C3B5-E68E-461A-9564-EBC0784DE4CA}" type="pres">
      <dgm:prSet presAssocID="{4F959A41-35BC-480B-B24E-C6D40200DE25}" presName="backup2" presStyleCnt="0"/>
      <dgm:spPr/>
    </dgm:pt>
    <dgm:pt modelId="{7E104E94-3B7A-45D9-AD0A-7E4B9D35EDAF}" type="pres">
      <dgm:prSet presAssocID="{4F959A41-35BC-480B-B24E-C6D40200DE25}" presName="preLine2" presStyleLbl="parChTrans1D1" presStyleIdx="17" presStyleCnt="18"/>
      <dgm:spPr/>
    </dgm:pt>
    <dgm:pt modelId="{BAC38E5B-C201-440F-AD01-D1A3ED356DFF}" type="pres">
      <dgm:prSet presAssocID="{4F959A41-35BC-480B-B24E-C6D40200DE25}" presName="desTx2" presStyleLbl="revTx" presStyleIdx="0" presStyleCnt="0">
        <dgm:presLayoutVars>
          <dgm:bulletEnabled val="1"/>
        </dgm:presLayoutVars>
      </dgm:prSet>
      <dgm:spPr/>
    </dgm:pt>
  </dgm:ptLst>
  <dgm:cxnLst>
    <dgm:cxn modelId="{DEF01400-183A-49FE-9ED6-6A4E24AB7056}" type="presOf" srcId="{846D4CD9-C8F1-4322-B9F2-A34E4FCE8AE6}" destId="{D79AD8BA-C71E-4879-8828-0310B6926A34}" srcOrd="0" destOrd="0" presId="urn:microsoft.com/office/officeart/2009/3/layout/SubStepProcess"/>
    <dgm:cxn modelId="{BCAD1500-0FE8-489A-9889-35BA2AE9956A}" srcId="{7EE88476-B92B-4FD2-95AB-654FACCCFB42}" destId="{2C404F78-1FE2-4D2B-A8F7-8465A985E660}" srcOrd="0" destOrd="0" parTransId="{89CCBA10-49DE-47B7-8FB5-7ADA35037754}" sibTransId="{AF0CDF45-3CEB-4736-B0F4-3879E3272022}"/>
    <dgm:cxn modelId="{E53B8200-C5C8-475A-93A1-411771337169}" type="presOf" srcId="{B5DDE60E-CC0B-4A78-9729-C3BFBADA7075}" destId="{431E2779-B26B-48F2-BB5C-63B2DF94070E}" srcOrd="0" destOrd="0" presId="urn:microsoft.com/office/officeart/2009/3/layout/SubStepProcess"/>
    <dgm:cxn modelId="{2AFD6C24-9A6A-4A3A-8B04-F08DBF210ADE}" srcId="{0E468F58-390C-477D-AE92-EB87CCFCDC9C}" destId="{E12FFF25-3311-4F88-AA7A-FCC8411A8408}" srcOrd="0" destOrd="0" parTransId="{E5968735-7C08-4ADA-B6A8-755B56003FD3}" sibTransId="{F5555DEE-E74C-4256-A7E2-33FA15E4C042}"/>
    <dgm:cxn modelId="{180E8737-15C4-458F-B83A-341E237A4C36}" type="presOf" srcId="{C7FE94AC-B467-444F-B276-B671D4AA37BB}" destId="{E270F12F-0D08-4FCC-9DEE-C617D7B371F7}" srcOrd="0" destOrd="0" presId="urn:microsoft.com/office/officeart/2009/3/layout/SubStepProcess"/>
    <dgm:cxn modelId="{B4DA0B5C-F2F5-45D6-AE70-BC85C1D16267}" type="presOf" srcId="{4F959A41-35BC-480B-B24E-C6D40200DE25}" destId="{BAC38E5B-C201-440F-AD01-D1A3ED356DFF}" srcOrd="0" destOrd="0" presId="urn:microsoft.com/office/officeart/2009/3/layout/SubStepProcess"/>
    <dgm:cxn modelId="{77A9C462-6982-4D08-8207-2223C01CA62E}" type="presOf" srcId="{0E468F58-390C-477D-AE92-EB87CCFCDC9C}" destId="{23257640-02FA-41EB-835F-74224C19CD71}" srcOrd="0" destOrd="0" presId="urn:microsoft.com/office/officeart/2009/3/layout/SubStepProcess"/>
    <dgm:cxn modelId="{4CD28463-795A-432A-AA65-391F66CC1404}" srcId="{0E468F58-390C-477D-AE92-EB87CCFCDC9C}" destId="{C7FE94AC-B467-444F-B276-B671D4AA37BB}" srcOrd="1" destOrd="0" parTransId="{67055704-3459-4277-9618-F96F4E063E0F}" sibTransId="{828E4FDD-8C47-4444-BD84-33CEFDFBCE32}"/>
    <dgm:cxn modelId="{E3A3C449-F4B1-4FBA-9931-F2ACAA84824E}" srcId="{7EE88476-B92B-4FD2-95AB-654FACCCFB42}" destId="{846D4CD9-C8F1-4322-B9F2-A34E4FCE8AE6}" srcOrd="2" destOrd="0" parTransId="{434DE087-94EB-41A4-9D45-FE4BCB30E1FD}" sibTransId="{68CAFF0D-6022-4C99-947A-7AABD10E6AE4}"/>
    <dgm:cxn modelId="{9C5D728A-DE6C-4304-98DB-D24CB80B3DBF}" srcId="{B5DDE60E-CC0B-4A78-9729-C3BFBADA7075}" destId="{7EE88476-B92B-4FD2-95AB-654FACCCFB42}" srcOrd="0" destOrd="0" parTransId="{BBFD746C-BC42-4E39-8682-26547D44A64E}" sibTransId="{FAF42B18-F269-479B-9A25-111460885734}"/>
    <dgm:cxn modelId="{850CAA91-F0DB-475B-8370-554B61683B03}" srcId="{7EE88476-B92B-4FD2-95AB-654FACCCFB42}" destId="{28DABA8E-1291-40A2-A940-002878BB502B}" srcOrd="1" destOrd="0" parTransId="{A93D6F4C-1BE0-4F37-98DA-51E4A469393D}" sibTransId="{C89CCD48-4411-43C0-9401-4F3986B2F552}"/>
    <dgm:cxn modelId="{43CEE59F-F0D9-4272-B05B-315F501D5885}" type="presOf" srcId="{7EE88476-B92B-4FD2-95AB-654FACCCFB42}" destId="{4A1677D2-D207-4A04-B935-EB7BD7883ABB}" srcOrd="0" destOrd="0" presId="urn:microsoft.com/office/officeart/2009/3/layout/SubStepProcess"/>
    <dgm:cxn modelId="{68F187B0-D2DE-44D4-9926-5EC78E993ADC}" type="presOf" srcId="{E12FFF25-3311-4F88-AA7A-FCC8411A8408}" destId="{EBE1CE99-5938-4983-A9C7-0426F80EBE18}" srcOrd="0" destOrd="0" presId="urn:microsoft.com/office/officeart/2009/3/layout/SubStepProcess"/>
    <dgm:cxn modelId="{19C969C1-8C63-4345-BA2F-41ADFF1C5AFF}" srcId="{B5DDE60E-CC0B-4A78-9729-C3BFBADA7075}" destId="{0E468F58-390C-477D-AE92-EB87CCFCDC9C}" srcOrd="1" destOrd="0" parTransId="{3DBDF0CD-D57F-4D9D-9388-730F86514630}" sibTransId="{C3F82232-C445-4FC9-949F-5CF979B48D6B}"/>
    <dgm:cxn modelId="{E75BE4C5-A890-4020-A830-04BA2ABA879A}" srcId="{0E468F58-390C-477D-AE92-EB87CCFCDC9C}" destId="{4F959A41-35BC-480B-B24E-C6D40200DE25}" srcOrd="2" destOrd="0" parTransId="{084D01C1-D186-492F-A142-C24C030C1497}" sibTransId="{42BC50A4-9504-4ED3-A932-CB26D0369E16}"/>
    <dgm:cxn modelId="{B1FC75D6-FA1A-4883-A168-9AAD8E0A55CE}" type="presOf" srcId="{2C404F78-1FE2-4D2B-A8F7-8465A985E660}" destId="{CBBD50EF-9EA5-4347-88AE-B13C84CEB870}" srcOrd="0" destOrd="0" presId="urn:microsoft.com/office/officeart/2009/3/layout/SubStepProcess"/>
    <dgm:cxn modelId="{80647DDC-9A86-4200-8219-958BEAD6C892}" type="presOf" srcId="{28DABA8E-1291-40A2-A940-002878BB502B}" destId="{7E5D707D-1737-4B0F-A2BD-586404D87316}" srcOrd="0" destOrd="0" presId="urn:microsoft.com/office/officeart/2009/3/layout/SubStepProcess"/>
    <dgm:cxn modelId="{4FAC9CE7-8762-408F-98A3-BBC359B22370}" type="presParOf" srcId="{431E2779-B26B-48F2-BB5C-63B2DF94070E}" destId="{4A1677D2-D207-4A04-B935-EB7BD7883ABB}" srcOrd="0" destOrd="0" presId="urn:microsoft.com/office/officeart/2009/3/layout/SubStepProcess"/>
    <dgm:cxn modelId="{449CDA8D-7FC9-49DC-B244-DD1E46EEE716}" type="presParOf" srcId="{431E2779-B26B-48F2-BB5C-63B2DF94070E}" destId="{C668BF68-F933-4203-9633-3B2211CA3260}" srcOrd="1" destOrd="0" presId="urn:microsoft.com/office/officeart/2009/3/layout/SubStepProcess"/>
    <dgm:cxn modelId="{05C8417E-D47E-4707-ACB7-EDB8880808FA}" type="presParOf" srcId="{431E2779-B26B-48F2-BB5C-63B2DF94070E}" destId="{BE450780-DA3C-4FC4-A31B-4D9C1CE5D958}" srcOrd="2" destOrd="0" presId="urn:microsoft.com/office/officeart/2009/3/layout/SubStepProcess"/>
    <dgm:cxn modelId="{F6628119-CDED-4F2A-BF1F-4F995B821A2D}" type="presParOf" srcId="{BE450780-DA3C-4FC4-A31B-4D9C1CE5D958}" destId="{653A5079-913C-4311-A64E-FE8ACEFFD272}" srcOrd="0" destOrd="0" presId="urn:microsoft.com/office/officeart/2009/3/layout/SubStepProcess"/>
    <dgm:cxn modelId="{304E89FC-B5F1-49C0-9356-A97DBE39590D}" type="presParOf" srcId="{BE450780-DA3C-4FC4-A31B-4D9C1CE5D958}" destId="{CE6040F6-92C0-4C2C-AC2E-DAD59B24BF57}" srcOrd="1" destOrd="0" presId="urn:microsoft.com/office/officeart/2009/3/layout/SubStepProcess"/>
    <dgm:cxn modelId="{4B1BF1DB-8344-4229-9815-E1E4A205EAF8}" type="presParOf" srcId="{BE450780-DA3C-4FC4-A31B-4D9C1CE5D958}" destId="{07EF3F36-F032-4143-809D-CE805C2F18F9}" srcOrd="2" destOrd="0" presId="urn:microsoft.com/office/officeart/2009/3/layout/SubStepProcess"/>
    <dgm:cxn modelId="{24830BF9-410A-4D96-9DA8-28F165FBC97C}" type="presParOf" srcId="{07EF3F36-F032-4143-809D-CE805C2F18F9}" destId="{1318B7A2-17B7-4EA8-AC53-F5D7558CB806}" srcOrd="0" destOrd="0" presId="urn:microsoft.com/office/officeart/2009/3/layout/SubStepProcess"/>
    <dgm:cxn modelId="{90BF2504-FF5A-4491-8B0E-16FC118ECEA3}" type="presParOf" srcId="{07EF3F36-F032-4143-809D-CE805C2F18F9}" destId="{BD288875-3386-4648-8E20-6120501BB261}" srcOrd="1" destOrd="0" presId="urn:microsoft.com/office/officeart/2009/3/layout/SubStepProcess"/>
    <dgm:cxn modelId="{54551C2B-EAFA-4BFE-B789-C6535AEC7A5A}" type="presParOf" srcId="{07EF3F36-F032-4143-809D-CE805C2F18F9}" destId="{4A5E6CC3-A1FC-4A86-A451-120A474CEAA6}" srcOrd="2" destOrd="0" presId="urn:microsoft.com/office/officeart/2009/3/layout/SubStepProcess"/>
    <dgm:cxn modelId="{C2495053-DEF5-40D8-B020-1CF7BCA34333}" type="presParOf" srcId="{07EF3F36-F032-4143-809D-CE805C2F18F9}" destId="{CBBD50EF-9EA5-4347-88AE-B13C84CEB870}" srcOrd="3" destOrd="0" presId="urn:microsoft.com/office/officeart/2009/3/layout/SubStepProcess"/>
    <dgm:cxn modelId="{85C0F21D-FB63-452E-BC50-591FC265B49F}" type="presParOf" srcId="{07EF3F36-F032-4143-809D-CE805C2F18F9}" destId="{69E4F3F4-B707-4DD3-BAC4-24F806FC0FEB}" srcOrd="4" destOrd="0" presId="urn:microsoft.com/office/officeart/2009/3/layout/SubStepProcess"/>
    <dgm:cxn modelId="{52A9644E-5F2C-4991-A190-BBD0B2E35BDC}" type="presParOf" srcId="{BE450780-DA3C-4FC4-A31B-4D9C1CE5D958}" destId="{0CF2E39A-10F0-466E-9F2B-F3F053E79C97}" srcOrd="3" destOrd="0" presId="urn:microsoft.com/office/officeart/2009/3/layout/SubStepProcess"/>
    <dgm:cxn modelId="{C3D18C7D-BCF8-491B-8A08-4651E1693345}" type="presParOf" srcId="{BE450780-DA3C-4FC4-A31B-4D9C1CE5D958}" destId="{775D2F93-88F9-46BC-82B7-A1A703B3AAE0}" srcOrd="4" destOrd="0" presId="urn:microsoft.com/office/officeart/2009/3/layout/SubStepProcess"/>
    <dgm:cxn modelId="{E09D6D87-F3D8-4218-9A99-95534E46FAB7}" type="presParOf" srcId="{BE450780-DA3C-4FC4-A31B-4D9C1CE5D958}" destId="{E84CAB97-A5A2-4659-A91E-30D8282DEA05}" srcOrd="5" destOrd="0" presId="urn:microsoft.com/office/officeart/2009/3/layout/SubStepProcess"/>
    <dgm:cxn modelId="{10AAFE5C-91A1-4B01-A14E-2796418DD5FF}" type="presParOf" srcId="{E84CAB97-A5A2-4659-A91E-30D8282DEA05}" destId="{BF9D786B-DA41-4647-A728-06E38CB4A22F}" srcOrd="0" destOrd="0" presId="urn:microsoft.com/office/officeart/2009/3/layout/SubStepProcess"/>
    <dgm:cxn modelId="{EC705D3D-63F3-45EB-856C-9E63F14C0985}" type="presParOf" srcId="{E84CAB97-A5A2-4659-A91E-30D8282DEA05}" destId="{55260EA9-3CCB-4C0C-9C34-6780E607A444}" srcOrd="1" destOrd="0" presId="urn:microsoft.com/office/officeart/2009/3/layout/SubStepProcess"/>
    <dgm:cxn modelId="{4F36E2D7-BDFF-4C59-99B3-ECD0CC60F29F}" type="presParOf" srcId="{E84CAB97-A5A2-4659-A91E-30D8282DEA05}" destId="{A8A80D3E-80A1-4900-B28D-7D1FD7303405}" srcOrd="2" destOrd="0" presId="urn:microsoft.com/office/officeart/2009/3/layout/SubStepProcess"/>
    <dgm:cxn modelId="{6DB7F445-2ED7-4056-B027-05577978EE7E}" type="presParOf" srcId="{E84CAB97-A5A2-4659-A91E-30D8282DEA05}" destId="{7E5D707D-1737-4B0F-A2BD-586404D87316}" srcOrd="3" destOrd="0" presId="urn:microsoft.com/office/officeart/2009/3/layout/SubStepProcess"/>
    <dgm:cxn modelId="{2AB75A7A-D090-4E88-84C0-028AEA0C7136}" type="presParOf" srcId="{E84CAB97-A5A2-4659-A91E-30D8282DEA05}" destId="{5D1C3B48-2E36-494F-9933-B65D22F7A21A}" srcOrd="4" destOrd="0" presId="urn:microsoft.com/office/officeart/2009/3/layout/SubStepProcess"/>
    <dgm:cxn modelId="{24894AF3-55AE-40A3-B723-AF6D4B44AB67}" type="presParOf" srcId="{BE450780-DA3C-4FC4-A31B-4D9C1CE5D958}" destId="{5D386316-9285-4ACE-93D8-0B8DEAE487FD}" srcOrd="6" destOrd="0" presId="urn:microsoft.com/office/officeart/2009/3/layout/SubStepProcess"/>
    <dgm:cxn modelId="{959E4728-C1DF-4B25-A5E8-B00AE66927F0}" type="presParOf" srcId="{BE450780-DA3C-4FC4-A31B-4D9C1CE5D958}" destId="{A42D2461-DFD3-4EDD-B956-C817AE4FEBFC}" srcOrd="7" destOrd="0" presId="urn:microsoft.com/office/officeart/2009/3/layout/SubStepProcess"/>
    <dgm:cxn modelId="{F5133E2C-2027-41EE-AF05-64EE84E14A8E}" type="presParOf" srcId="{BE450780-DA3C-4FC4-A31B-4D9C1CE5D958}" destId="{AEEE025C-A436-4E4A-ACE4-CF4BD9081095}" srcOrd="8" destOrd="0" presId="urn:microsoft.com/office/officeart/2009/3/layout/SubStepProcess"/>
    <dgm:cxn modelId="{24C51495-3253-42AE-A842-DE7DBD63140C}" type="presParOf" srcId="{AEEE025C-A436-4E4A-ACE4-CF4BD9081095}" destId="{E66AC3BC-1528-4B46-AA5D-0DEEDC8DAD5D}" srcOrd="0" destOrd="0" presId="urn:microsoft.com/office/officeart/2009/3/layout/SubStepProcess"/>
    <dgm:cxn modelId="{49C91E8A-AADA-46E3-A228-6CC7D590249D}" type="presParOf" srcId="{AEEE025C-A436-4E4A-ACE4-CF4BD9081095}" destId="{019940EB-94FB-4949-AABA-CABFA503A94E}" srcOrd="1" destOrd="0" presId="urn:microsoft.com/office/officeart/2009/3/layout/SubStepProcess"/>
    <dgm:cxn modelId="{07C6FB0A-2CC1-4CFD-B7E1-751B45A8EE80}" type="presParOf" srcId="{AEEE025C-A436-4E4A-ACE4-CF4BD9081095}" destId="{DED88A38-BC5A-49D5-AE00-34EC2750B525}" srcOrd="2" destOrd="0" presId="urn:microsoft.com/office/officeart/2009/3/layout/SubStepProcess"/>
    <dgm:cxn modelId="{CB1AB77A-63B1-42AD-878C-42DD07F98564}" type="presParOf" srcId="{AEEE025C-A436-4E4A-ACE4-CF4BD9081095}" destId="{D79AD8BA-C71E-4879-8828-0310B6926A34}" srcOrd="3" destOrd="0" presId="urn:microsoft.com/office/officeart/2009/3/layout/SubStepProcess"/>
    <dgm:cxn modelId="{614F50CE-B181-4755-97EF-05148D8880AC}" type="presParOf" srcId="{AEEE025C-A436-4E4A-ACE4-CF4BD9081095}" destId="{0428C770-2BB3-4F80-8965-E3B0145BE7E8}" srcOrd="4" destOrd="0" presId="urn:microsoft.com/office/officeart/2009/3/layout/SubStepProcess"/>
    <dgm:cxn modelId="{929B1346-6A50-4EFC-96DA-46908AA5EADD}" type="presParOf" srcId="{431E2779-B26B-48F2-BB5C-63B2DF94070E}" destId="{04F11DF3-75C8-4ECA-93E5-509F15507C54}" srcOrd="3" destOrd="0" presId="urn:microsoft.com/office/officeart/2009/3/layout/SubStepProcess"/>
    <dgm:cxn modelId="{1B1CEFF6-2724-4558-A81D-3F5C46E8F9FA}" type="presParOf" srcId="{431E2779-B26B-48F2-BB5C-63B2DF94070E}" destId="{23257640-02FA-41EB-835F-74224C19CD71}" srcOrd="4" destOrd="0" presId="urn:microsoft.com/office/officeart/2009/3/layout/SubStepProcess"/>
    <dgm:cxn modelId="{621C03E1-862F-40E8-B0A3-F6C9CE0F7AD4}" type="presParOf" srcId="{431E2779-B26B-48F2-BB5C-63B2DF94070E}" destId="{3FF158CD-93CA-4CED-B61B-B87E326ED953}" srcOrd="5" destOrd="0" presId="urn:microsoft.com/office/officeart/2009/3/layout/SubStepProcess"/>
    <dgm:cxn modelId="{93F93B2D-7EF4-43B1-855D-8BF8118845D9}" type="presParOf" srcId="{431E2779-B26B-48F2-BB5C-63B2DF94070E}" destId="{B85082CF-41E6-4187-9FD2-2E87AC97AADC}" srcOrd="6" destOrd="0" presId="urn:microsoft.com/office/officeart/2009/3/layout/SubStepProcess"/>
    <dgm:cxn modelId="{1A93957E-1207-460D-84D7-EA0BA78E84C6}" type="presParOf" srcId="{B85082CF-41E6-4187-9FD2-2E87AC97AADC}" destId="{C0B497D1-5096-44A8-84FA-58D50F7B5B6C}" srcOrd="0" destOrd="0" presId="urn:microsoft.com/office/officeart/2009/3/layout/SubStepProcess"/>
    <dgm:cxn modelId="{4655CAA9-FFB0-4419-A328-C56905050DD9}" type="presParOf" srcId="{B85082CF-41E6-4187-9FD2-2E87AC97AADC}" destId="{30ABCF15-E6BF-40DA-AB27-CC76242C097B}" srcOrd="1" destOrd="0" presId="urn:microsoft.com/office/officeart/2009/3/layout/SubStepProcess"/>
    <dgm:cxn modelId="{C573AEC7-82D1-4ACF-9864-B6521B92D646}" type="presParOf" srcId="{30ABCF15-E6BF-40DA-AB27-CC76242C097B}" destId="{C9E52251-1D89-4C75-B6D4-AB3A9C43B443}" srcOrd="0" destOrd="0" presId="urn:microsoft.com/office/officeart/2009/3/layout/SubStepProcess"/>
    <dgm:cxn modelId="{D50D3B69-4380-42A9-AC31-950DABF9C5A3}" type="presParOf" srcId="{30ABCF15-E6BF-40DA-AB27-CC76242C097B}" destId="{300B1E7F-A5F1-41D8-8446-84DD1CA5357E}" srcOrd="1" destOrd="0" presId="urn:microsoft.com/office/officeart/2009/3/layout/SubStepProcess"/>
    <dgm:cxn modelId="{B856DC45-53AB-4FCD-953B-6EDBE80060E3}" type="presParOf" srcId="{30ABCF15-E6BF-40DA-AB27-CC76242C097B}" destId="{6B70CA58-71B0-4872-963C-9F5B2F8C4894}" srcOrd="2" destOrd="0" presId="urn:microsoft.com/office/officeart/2009/3/layout/SubStepProcess"/>
    <dgm:cxn modelId="{AA5AB5F4-8A89-49B1-B2B8-5FB55CACF546}" type="presParOf" srcId="{30ABCF15-E6BF-40DA-AB27-CC76242C097B}" destId="{EBE1CE99-5938-4983-A9C7-0426F80EBE18}" srcOrd="3" destOrd="0" presId="urn:microsoft.com/office/officeart/2009/3/layout/SubStepProcess"/>
    <dgm:cxn modelId="{6B7EC1FE-050A-43B6-B292-83695C32E811}" type="presParOf" srcId="{B85082CF-41E6-4187-9FD2-2E87AC97AADC}" destId="{35F7FCB7-4144-444F-8B1D-0D68B8B425BD}" srcOrd="2" destOrd="0" presId="urn:microsoft.com/office/officeart/2009/3/layout/SubStepProcess"/>
    <dgm:cxn modelId="{5B6F1137-2E02-477C-9AC3-0E473C188840}" type="presParOf" srcId="{B85082CF-41E6-4187-9FD2-2E87AC97AADC}" destId="{0FA7B640-0EDF-45E5-964D-7A6E122854D9}" srcOrd="3" destOrd="0" presId="urn:microsoft.com/office/officeart/2009/3/layout/SubStepProcess"/>
    <dgm:cxn modelId="{186EB4AE-0F5C-4860-BF2C-D7B3E94823B6}" type="presParOf" srcId="{0FA7B640-0EDF-45E5-964D-7A6E122854D9}" destId="{1C5B6BA5-6AD4-4879-97FB-E55BB3931011}" srcOrd="0" destOrd="0" presId="urn:microsoft.com/office/officeart/2009/3/layout/SubStepProcess"/>
    <dgm:cxn modelId="{492C5987-BD5E-42CE-A561-9749D76568EE}" type="presParOf" srcId="{0FA7B640-0EDF-45E5-964D-7A6E122854D9}" destId="{DA3B4A1B-E094-4573-B38F-06EF9658D1AF}" srcOrd="1" destOrd="0" presId="urn:microsoft.com/office/officeart/2009/3/layout/SubStepProcess"/>
    <dgm:cxn modelId="{EEA0503C-B676-4348-99F9-ADD43EBC9C17}" type="presParOf" srcId="{0FA7B640-0EDF-45E5-964D-7A6E122854D9}" destId="{EA868925-2F48-4438-A202-6D045B35D2A5}" srcOrd="2" destOrd="0" presId="urn:microsoft.com/office/officeart/2009/3/layout/SubStepProcess"/>
    <dgm:cxn modelId="{11719687-B722-4FE3-835B-BDBE8481BB4C}" type="presParOf" srcId="{0FA7B640-0EDF-45E5-964D-7A6E122854D9}" destId="{E270F12F-0D08-4FCC-9DEE-C617D7B371F7}" srcOrd="3" destOrd="0" presId="urn:microsoft.com/office/officeart/2009/3/layout/SubStepProcess"/>
    <dgm:cxn modelId="{CF4CD747-2C30-4DAE-AB2D-DA3C00807704}" type="presParOf" srcId="{B85082CF-41E6-4187-9FD2-2E87AC97AADC}" destId="{3D54E73D-DC4D-4118-8B37-32875924040B}" srcOrd="4" destOrd="0" presId="urn:microsoft.com/office/officeart/2009/3/layout/SubStepProcess"/>
    <dgm:cxn modelId="{A3256FF6-4393-4848-BC97-D9882BBA211A}" type="presParOf" srcId="{B85082CF-41E6-4187-9FD2-2E87AC97AADC}" destId="{7D470856-5572-4881-93F6-9AB23E61D98C}" srcOrd="5" destOrd="0" presId="urn:microsoft.com/office/officeart/2009/3/layout/SubStepProcess"/>
    <dgm:cxn modelId="{B4000292-94F8-4162-A4A7-F2F2A8B49964}" type="presParOf" srcId="{7D470856-5572-4881-93F6-9AB23E61D98C}" destId="{D1E25C72-71D9-4F1C-BC11-142487074377}" srcOrd="0" destOrd="0" presId="urn:microsoft.com/office/officeart/2009/3/layout/SubStepProcess"/>
    <dgm:cxn modelId="{4062CD3D-DC1B-42CF-9D7D-D1C23D9260FB}" type="presParOf" srcId="{7D470856-5572-4881-93F6-9AB23E61D98C}" destId="{6312C3B5-E68E-461A-9564-EBC0784DE4CA}" srcOrd="1" destOrd="0" presId="urn:microsoft.com/office/officeart/2009/3/layout/SubStepProcess"/>
    <dgm:cxn modelId="{8E0FA527-23E5-4531-8E33-C7AD2B8A5A97}" type="presParOf" srcId="{7D470856-5572-4881-93F6-9AB23E61D98C}" destId="{7E104E94-3B7A-45D9-AD0A-7E4B9D35EDAF}" srcOrd="2" destOrd="0" presId="urn:microsoft.com/office/officeart/2009/3/layout/SubStepProcess"/>
    <dgm:cxn modelId="{01653E09-2AB8-415C-97E9-231A16863EAB}" type="presParOf" srcId="{7D470856-5572-4881-93F6-9AB23E61D98C}" destId="{BAC38E5B-C201-440F-AD01-D1A3ED356DFF}" srcOrd="3" destOrd="0" presId="urn:microsoft.com/office/officeart/2009/3/layout/SubSte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FF9F4F-60E4-4680-B05A-25F4484C641D}">
      <dsp:nvSpPr>
        <dsp:cNvPr id="0" name=""/>
        <dsp:cNvSpPr/>
      </dsp:nvSpPr>
      <dsp:spPr>
        <a:xfrm>
          <a:off x="3167" y="840366"/>
          <a:ext cx="3087885" cy="7776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Dataset</a:t>
          </a:r>
        </a:p>
      </dsp:txBody>
      <dsp:txXfrm>
        <a:off x="3167" y="840366"/>
        <a:ext cx="3087885" cy="777600"/>
      </dsp:txXfrm>
    </dsp:sp>
    <dsp:sp modelId="{A0C91B41-86D5-44D2-8A7D-9F362097501F}">
      <dsp:nvSpPr>
        <dsp:cNvPr id="0" name=""/>
        <dsp:cNvSpPr/>
      </dsp:nvSpPr>
      <dsp:spPr>
        <a:xfrm>
          <a:off x="3167" y="1617966"/>
          <a:ext cx="3087885" cy="224429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 dirty="0"/>
            <a:t>Customer behaviour (gaming/platform users) </a:t>
          </a:r>
        </a:p>
      </dsp:txBody>
      <dsp:txXfrm>
        <a:off x="3167" y="1617966"/>
        <a:ext cx="3087885" cy="2244294"/>
      </dsp:txXfrm>
    </dsp:sp>
    <dsp:sp modelId="{F8053E84-81AF-4D0E-B4B5-5DCDD90000A1}">
      <dsp:nvSpPr>
        <dsp:cNvPr id="0" name=""/>
        <dsp:cNvSpPr/>
      </dsp:nvSpPr>
      <dsp:spPr>
        <a:xfrm>
          <a:off x="3523357" y="840366"/>
          <a:ext cx="3087885" cy="7776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Objective</a:t>
          </a:r>
        </a:p>
      </dsp:txBody>
      <dsp:txXfrm>
        <a:off x="3523357" y="840366"/>
        <a:ext cx="3087885" cy="777600"/>
      </dsp:txXfrm>
    </dsp:sp>
    <dsp:sp modelId="{DECCD27F-EFA8-46E4-896B-B23A4A5120E9}">
      <dsp:nvSpPr>
        <dsp:cNvPr id="0" name=""/>
        <dsp:cNvSpPr/>
      </dsp:nvSpPr>
      <dsp:spPr>
        <a:xfrm>
          <a:off x="3523357" y="1617966"/>
          <a:ext cx="3087885" cy="224429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 dirty="0"/>
            <a:t> Understand drivers of loyalty points and segment customers </a:t>
          </a:r>
        </a:p>
      </dsp:txBody>
      <dsp:txXfrm>
        <a:off x="3523357" y="1617966"/>
        <a:ext cx="3087885" cy="2244294"/>
      </dsp:txXfrm>
    </dsp:sp>
    <dsp:sp modelId="{3A3D4B29-F5AB-44D8-B5DD-E4B29D954C00}">
      <dsp:nvSpPr>
        <dsp:cNvPr id="0" name=""/>
        <dsp:cNvSpPr/>
      </dsp:nvSpPr>
      <dsp:spPr>
        <a:xfrm>
          <a:off x="7043546" y="840366"/>
          <a:ext cx="3087885" cy="7776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Methods</a:t>
          </a:r>
        </a:p>
      </dsp:txBody>
      <dsp:txXfrm>
        <a:off x="7043546" y="840366"/>
        <a:ext cx="3087885" cy="777600"/>
      </dsp:txXfrm>
    </dsp:sp>
    <dsp:sp modelId="{4A4D63F1-2F5F-44F9-BC46-AFDBE03015A8}">
      <dsp:nvSpPr>
        <dsp:cNvPr id="0" name=""/>
        <dsp:cNvSpPr/>
      </dsp:nvSpPr>
      <dsp:spPr>
        <a:xfrm>
          <a:off x="7043546" y="1617966"/>
          <a:ext cx="3087885" cy="2244294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 dirty="0"/>
            <a:t>Correlation Analysis, Regression, Decision Tree, K-Means clustering </a:t>
          </a:r>
        </a:p>
      </dsp:txBody>
      <dsp:txXfrm>
        <a:off x="7043546" y="1617966"/>
        <a:ext cx="3087885" cy="22442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404B00-E376-4C33-AD0E-F7F97EA9AE0A}">
      <dsp:nvSpPr>
        <dsp:cNvPr id="0" name=""/>
        <dsp:cNvSpPr/>
      </dsp:nvSpPr>
      <dsp:spPr>
        <a:xfrm rot="5400000">
          <a:off x="3681984" y="1523"/>
          <a:ext cx="4450080" cy="5559552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/>
            <a:t>Identify key drivers of </a:t>
          </a:r>
          <a:r>
            <a:rPr lang="en-GB" sz="2700" b="1" kern="1200"/>
            <a:t>loyalty points</a:t>
          </a:r>
          <a:r>
            <a:rPr lang="en-GB" sz="2700" kern="1200"/>
            <a:t>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/>
            <a:t>Understand relationship between: 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/>
            <a:t>Income 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/>
            <a:t>Spending behaviour 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/>
            <a:t>Age, education, product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/>
            <a:t>Build </a:t>
          </a:r>
          <a:r>
            <a:rPr lang="en-GB" sz="2700" b="1" kern="1200"/>
            <a:t>predictive models</a:t>
          </a:r>
          <a:r>
            <a:rPr lang="en-GB" sz="2700" kern="1200"/>
            <a:t>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700" kern="1200"/>
            <a:t>Create </a:t>
          </a:r>
          <a:r>
            <a:rPr lang="en-GB" sz="2700" b="1" kern="1200"/>
            <a:t>customer segments for marketing</a:t>
          </a:r>
          <a:r>
            <a:rPr lang="en-GB" sz="2700" kern="1200"/>
            <a:t> </a:t>
          </a:r>
        </a:p>
      </dsp:txBody>
      <dsp:txXfrm rot="-5400000">
        <a:off x="3127249" y="773494"/>
        <a:ext cx="5342317" cy="4015610"/>
      </dsp:txXfrm>
    </dsp:sp>
    <dsp:sp modelId="{47F6FBD0-5AA4-43EC-BB67-84BA49D41588}">
      <dsp:nvSpPr>
        <dsp:cNvPr id="0" name=""/>
        <dsp:cNvSpPr/>
      </dsp:nvSpPr>
      <dsp:spPr>
        <a:xfrm>
          <a:off x="0" y="0"/>
          <a:ext cx="3127248" cy="55626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300" b="1" kern="1200" dirty="0"/>
            <a:t>Objectives</a:t>
          </a:r>
        </a:p>
      </dsp:txBody>
      <dsp:txXfrm>
        <a:off x="152660" y="152660"/>
        <a:ext cx="2821928" cy="5257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1D7059-9E54-4236-8241-4D242EB88A0A}">
      <dsp:nvSpPr>
        <dsp:cNvPr id="0" name=""/>
        <dsp:cNvSpPr/>
      </dsp:nvSpPr>
      <dsp:spPr>
        <a:xfrm>
          <a:off x="4007485" y="0"/>
          <a:ext cx="6011227" cy="976312"/>
        </a:xfrm>
        <a:prstGeom prst="rightArrow">
          <a:avLst>
            <a:gd name="adj1" fmla="val 75000"/>
            <a:gd name="adj2" fmla="val 5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Char char="•"/>
          </a:pPr>
          <a:r>
            <a:rPr lang="en-GB" sz="2200" kern="1200" dirty="0"/>
            <a:t>Spending score - Loyalty points </a:t>
          </a:r>
          <a:r>
            <a:rPr lang="en-GB" sz="2200" b="1" kern="1200" dirty="0"/>
            <a:t>(0.67)</a:t>
          </a:r>
          <a:r>
            <a:rPr lang="en-GB" sz="2200" kern="1200" dirty="0"/>
            <a:t> 🔥 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Char char="•"/>
          </a:pPr>
          <a:r>
            <a:rPr lang="en-GB" sz="2200" kern="1200" dirty="0"/>
            <a:t>Income - Loyalty points </a:t>
          </a:r>
          <a:r>
            <a:rPr lang="en-GB" sz="2200" b="1" kern="1200" dirty="0"/>
            <a:t>(0.62)</a:t>
          </a:r>
          <a:r>
            <a:rPr lang="en-GB" sz="2200" kern="1200" dirty="0"/>
            <a:t> </a:t>
          </a:r>
        </a:p>
      </dsp:txBody>
      <dsp:txXfrm>
        <a:off x="4007485" y="122039"/>
        <a:ext cx="5645110" cy="732234"/>
      </dsp:txXfrm>
    </dsp:sp>
    <dsp:sp modelId="{042434B7-C6DB-4C87-BEDA-067BC46E0CB8}">
      <dsp:nvSpPr>
        <dsp:cNvPr id="0" name=""/>
        <dsp:cNvSpPr/>
      </dsp:nvSpPr>
      <dsp:spPr>
        <a:xfrm>
          <a:off x="0" y="0"/>
          <a:ext cx="4007485" cy="976312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/>
            <a:t>Strong relationships</a:t>
          </a:r>
          <a:endParaRPr lang="en-GB" sz="3200" kern="1200" dirty="0"/>
        </a:p>
      </dsp:txBody>
      <dsp:txXfrm>
        <a:off x="47660" y="47660"/>
        <a:ext cx="3912165" cy="880992"/>
      </dsp:txXfrm>
    </dsp:sp>
    <dsp:sp modelId="{60A57020-E908-4D86-95E0-C65F7CFDD8B4}">
      <dsp:nvSpPr>
        <dsp:cNvPr id="0" name=""/>
        <dsp:cNvSpPr/>
      </dsp:nvSpPr>
      <dsp:spPr>
        <a:xfrm>
          <a:off x="4007485" y="1073944"/>
          <a:ext cx="6011227" cy="976312"/>
        </a:xfrm>
        <a:prstGeom prst="rightArrow">
          <a:avLst>
            <a:gd name="adj1" fmla="val 75000"/>
            <a:gd name="adj2" fmla="val 5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Char char="•"/>
          </a:pPr>
          <a:r>
            <a:rPr lang="en-GB" sz="2200" kern="1200" dirty="0"/>
            <a:t>Product -Loyalty points </a:t>
          </a:r>
          <a:r>
            <a:rPr lang="en-GB" sz="2200" b="1" kern="1200" dirty="0"/>
            <a:t>(0.18)</a:t>
          </a:r>
          <a:endParaRPr lang="en-GB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Char char="•"/>
          </a:pPr>
          <a:r>
            <a:rPr lang="en-GB" sz="2200" kern="1200"/>
            <a:t>Age - Loyalty points </a:t>
          </a:r>
          <a:r>
            <a:rPr lang="en-GB" sz="2200" b="1" kern="1200"/>
            <a:t>(-0.04)</a:t>
          </a:r>
          <a:r>
            <a:rPr lang="en-GB" sz="2200" kern="1200"/>
            <a:t> </a:t>
          </a:r>
          <a:endParaRPr lang="en-GB" sz="2200" kern="1200" dirty="0"/>
        </a:p>
      </dsp:txBody>
      <dsp:txXfrm>
        <a:off x="4007485" y="1195983"/>
        <a:ext cx="5645110" cy="732234"/>
      </dsp:txXfrm>
    </dsp:sp>
    <dsp:sp modelId="{D10F4EAC-E556-4C1A-B744-D9FB628F396B}">
      <dsp:nvSpPr>
        <dsp:cNvPr id="0" name=""/>
        <dsp:cNvSpPr/>
      </dsp:nvSpPr>
      <dsp:spPr>
        <a:xfrm>
          <a:off x="0" y="1073944"/>
          <a:ext cx="4007485" cy="976312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/>
            <a:t>Weak relationships</a:t>
          </a:r>
          <a:endParaRPr lang="en-GB" sz="3200" kern="1200" dirty="0"/>
        </a:p>
      </dsp:txBody>
      <dsp:txXfrm>
        <a:off x="47660" y="1121604"/>
        <a:ext cx="3912165" cy="880992"/>
      </dsp:txXfrm>
    </dsp:sp>
    <dsp:sp modelId="{E6A2BDFE-C328-45AB-9506-19289A926FA1}">
      <dsp:nvSpPr>
        <dsp:cNvPr id="0" name=""/>
        <dsp:cNvSpPr/>
      </dsp:nvSpPr>
      <dsp:spPr>
        <a:xfrm>
          <a:off x="4007485" y="2147888"/>
          <a:ext cx="6011227" cy="976312"/>
        </a:xfrm>
        <a:prstGeom prst="rightArrow">
          <a:avLst>
            <a:gd name="adj1" fmla="val 75000"/>
            <a:gd name="adj2" fmla="val 5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200" kern="1200" dirty="0"/>
            <a:t>Loyalty drivers  </a:t>
          </a:r>
          <a:r>
            <a:rPr lang="en-GB" sz="2200" b="1" kern="1200" dirty="0"/>
            <a:t>behaviour + income</a:t>
          </a:r>
          <a:r>
            <a:rPr lang="en-GB" sz="2200" kern="1200" dirty="0"/>
            <a:t>, not demographics.</a:t>
          </a:r>
        </a:p>
      </dsp:txBody>
      <dsp:txXfrm>
        <a:off x="4007485" y="2269927"/>
        <a:ext cx="5645110" cy="732234"/>
      </dsp:txXfrm>
    </dsp:sp>
    <dsp:sp modelId="{860781F5-C5DA-45BB-9827-1E7F0CA5B545}">
      <dsp:nvSpPr>
        <dsp:cNvPr id="0" name=""/>
        <dsp:cNvSpPr/>
      </dsp:nvSpPr>
      <dsp:spPr>
        <a:xfrm>
          <a:off x="0" y="2147888"/>
          <a:ext cx="4007485" cy="976312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kern="1200" dirty="0"/>
            <a:t>Insight</a:t>
          </a:r>
        </a:p>
      </dsp:txBody>
      <dsp:txXfrm>
        <a:off x="47660" y="2195548"/>
        <a:ext cx="3912165" cy="8809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DB0C65-9421-4548-996E-3AEC73607BFC}">
      <dsp:nvSpPr>
        <dsp:cNvPr id="0" name=""/>
        <dsp:cNvSpPr/>
      </dsp:nvSpPr>
      <dsp:spPr>
        <a:xfrm>
          <a:off x="3901" y="976067"/>
          <a:ext cx="2346173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Model</a:t>
          </a:r>
          <a:endParaRPr lang="en-GB" sz="2100" kern="1200" dirty="0"/>
        </a:p>
      </dsp:txBody>
      <dsp:txXfrm>
        <a:off x="3901" y="976067"/>
        <a:ext cx="2346173" cy="604800"/>
      </dsp:txXfrm>
    </dsp:sp>
    <dsp:sp modelId="{70C149A8-2EC2-48AA-A31E-5EB0913922E4}">
      <dsp:nvSpPr>
        <dsp:cNvPr id="0" name=""/>
        <dsp:cNvSpPr/>
      </dsp:nvSpPr>
      <dsp:spPr>
        <a:xfrm>
          <a:off x="3901" y="1580867"/>
          <a:ext cx="2346173" cy="204811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Target: </a:t>
          </a:r>
          <a:r>
            <a:rPr lang="en-GB" sz="2100" kern="1200" dirty="0" err="1"/>
            <a:t>Loyalty_points</a:t>
          </a:r>
          <a:r>
            <a:rPr lang="en-GB" sz="2100" kern="1200" dirty="0"/>
            <a:t>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Predictors: income + spending_score </a:t>
          </a:r>
        </a:p>
      </dsp:txBody>
      <dsp:txXfrm>
        <a:off x="3901" y="1580867"/>
        <a:ext cx="2346173" cy="2048114"/>
      </dsp:txXfrm>
    </dsp:sp>
    <dsp:sp modelId="{7273B79B-1937-451F-862C-0BA845CC5F4A}">
      <dsp:nvSpPr>
        <dsp:cNvPr id="0" name=""/>
        <dsp:cNvSpPr/>
      </dsp:nvSpPr>
      <dsp:spPr>
        <a:xfrm>
          <a:off x="2678539" y="976067"/>
          <a:ext cx="2346173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Results</a:t>
          </a:r>
          <a:endParaRPr lang="en-GB" sz="2100" kern="1200" dirty="0"/>
        </a:p>
      </dsp:txBody>
      <dsp:txXfrm>
        <a:off x="2678539" y="976067"/>
        <a:ext cx="2346173" cy="604800"/>
      </dsp:txXfrm>
    </dsp:sp>
    <dsp:sp modelId="{E1206727-B745-42B5-8F51-F4D554B432F2}">
      <dsp:nvSpPr>
        <dsp:cNvPr id="0" name=""/>
        <dsp:cNvSpPr/>
      </dsp:nvSpPr>
      <dsp:spPr>
        <a:xfrm>
          <a:off x="2678539" y="1580867"/>
          <a:ext cx="2346173" cy="204811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R² = </a:t>
          </a:r>
          <a:r>
            <a:rPr lang="en-GB" sz="2100" b="1" kern="1200" dirty="0"/>
            <a:t>0.827</a:t>
          </a:r>
          <a:r>
            <a:rPr lang="en-GB" sz="2100" kern="1200" dirty="0"/>
            <a:t>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F-statistic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p-value = </a:t>
          </a:r>
          <a:r>
            <a:rPr lang="en-GB" sz="2100" b="1" kern="1200" dirty="0"/>
            <a:t>0.00</a:t>
          </a:r>
          <a:r>
            <a:rPr lang="en-GB" sz="2100" kern="1200" dirty="0"/>
            <a:t> (highly significant) </a:t>
          </a:r>
        </a:p>
      </dsp:txBody>
      <dsp:txXfrm>
        <a:off x="2678539" y="1580867"/>
        <a:ext cx="2346173" cy="2048114"/>
      </dsp:txXfrm>
    </dsp:sp>
    <dsp:sp modelId="{0F8BA1BD-1169-482A-8336-9FD8D1D9C9E9}">
      <dsp:nvSpPr>
        <dsp:cNvPr id="0" name=""/>
        <dsp:cNvSpPr/>
      </dsp:nvSpPr>
      <dsp:spPr>
        <a:xfrm>
          <a:off x="5353176" y="976067"/>
          <a:ext cx="2346173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Coefficients</a:t>
          </a:r>
          <a:endParaRPr lang="en-GB" sz="2100" kern="1200" dirty="0"/>
        </a:p>
      </dsp:txBody>
      <dsp:txXfrm>
        <a:off x="5353176" y="976067"/>
        <a:ext cx="2346173" cy="604800"/>
      </dsp:txXfrm>
    </dsp:sp>
    <dsp:sp modelId="{5E43B422-1C67-4FF1-B6B6-E5C0E6F45CF5}">
      <dsp:nvSpPr>
        <dsp:cNvPr id="0" name=""/>
        <dsp:cNvSpPr/>
      </dsp:nvSpPr>
      <dsp:spPr>
        <a:xfrm>
          <a:off x="5353176" y="1580867"/>
          <a:ext cx="2346173" cy="204811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Income = </a:t>
          </a:r>
          <a:r>
            <a:rPr lang="en-GB" sz="2100" b="1" kern="1200"/>
            <a:t>33.98</a:t>
          </a:r>
          <a:r>
            <a:rPr lang="en-GB" sz="2100" kern="1200"/>
            <a:t>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/>
            <a:t>Spending_score = </a:t>
          </a:r>
          <a:r>
            <a:rPr lang="en-GB" sz="2100" b="1" kern="1200"/>
            <a:t>32.89</a:t>
          </a:r>
          <a:r>
            <a:rPr lang="en-GB" sz="2100" kern="1200"/>
            <a:t> </a:t>
          </a:r>
        </a:p>
      </dsp:txBody>
      <dsp:txXfrm>
        <a:off x="5353176" y="1580867"/>
        <a:ext cx="2346173" cy="2048114"/>
      </dsp:txXfrm>
    </dsp:sp>
    <dsp:sp modelId="{DEFCE8B2-E84D-4280-AE37-670044CDE6A2}">
      <dsp:nvSpPr>
        <dsp:cNvPr id="0" name=""/>
        <dsp:cNvSpPr/>
      </dsp:nvSpPr>
      <dsp:spPr>
        <a:xfrm>
          <a:off x="8027814" y="976067"/>
          <a:ext cx="2346173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 dirty="0"/>
            <a:t>Insight</a:t>
          </a:r>
          <a:endParaRPr lang="en-GB" sz="2100" kern="1200" dirty="0"/>
        </a:p>
      </dsp:txBody>
      <dsp:txXfrm>
        <a:off x="8027814" y="976067"/>
        <a:ext cx="2346173" cy="604800"/>
      </dsp:txXfrm>
    </dsp:sp>
    <dsp:sp modelId="{C544F624-EA2B-45A5-865C-E6B9356C2689}">
      <dsp:nvSpPr>
        <dsp:cNvPr id="0" name=""/>
        <dsp:cNvSpPr/>
      </dsp:nvSpPr>
      <dsp:spPr>
        <a:xfrm>
          <a:off x="8027814" y="1580867"/>
          <a:ext cx="2346173" cy="204811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kern="1200" dirty="0"/>
            <a:t>Both income and spending significantly contribute to loyalty prediction.</a:t>
          </a:r>
        </a:p>
      </dsp:txBody>
      <dsp:txXfrm>
        <a:off x="8027814" y="1580867"/>
        <a:ext cx="2346173" cy="20481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E1600C-53B4-487A-ADD3-A3C7D1FEF0A3}">
      <dsp:nvSpPr>
        <dsp:cNvPr id="0" name=""/>
        <dsp:cNvSpPr/>
      </dsp:nvSpPr>
      <dsp:spPr>
        <a:xfrm rot="16200000">
          <a:off x="-916022" y="1638821"/>
          <a:ext cx="2436876" cy="479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22898" bIns="0" numCol="1" spcCol="1270" anchor="t" anchorCtr="0">
          <a:noAutofit/>
        </a:bodyPr>
        <a:lstStyle/>
        <a:p>
          <a:pPr marL="0" lvl="0" indent="0" algn="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Residuals </a:t>
          </a:r>
        </a:p>
      </dsp:txBody>
      <dsp:txXfrm>
        <a:off x="-916022" y="1638821"/>
        <a:ext cx="2436876" cy="479506"/>
      </dsp:txXfrm>
    </dsp:sp>
    <dsp:sp modelId="{81180F96-B924-4D2F-8416-E3FB85C74DB6}">
      <dsp:nvSpPr>
        <dsp:cNvPr id="0" name=""/>
        <dsp:cNvSpPr/>
      </dsp:nvSpPr>
      <dsp:spPr>
        <a:xfrm>
          <a:off x="542168" y="660136"/>
          <a:ext cx="2388450" cy="24368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422898" rIns="184912" bIns="184912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GB" sz="2000" kern="1200" dirty="0"/>
            <a:t>Non-linearity present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Arial" panose="020B0604020202020204" pitchFamily="34" charset="0"/>
            <a:buNone/>
          </a:pPr>
          <a:r>
            <a:rPr lang="en-GB" sz="2000" kern="1200" dirty="0"/>
            <a:t>Heteroscedasticity present </a:t>
          </a:r>
        </a:p>
      </dsp:txBody>
      <dsp:txXfrm>
        <a:off x="542168" y="660136"/>
        <a:ext cx="2388450" cy="2436876"/>
      </dsp:txXfrm>
    </dsp:sp>
    <dsp:sp modelId="{17A82978-3EF1-464B-9DED-BC3A79236945}">
      <dsp:nvSpPr>
        <dsp:cNvPr id="0" name=""/>
        <dsp:cNvSpPr/>
      </dsp:nvSpPr>
      <dsp:spPr>
        <a:xfrm>
          <a:off x="62661" y="27187"/>
          <a:ext cx="959012" cy="95901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26A4F6-2D63-4753-98B8-FADF2F05B66F}">
      <dsp:nvSpPr>
        <dsp:cNvPr id="0" name=""/>
        <dsp:cNvSpPr/>
      </dsp:nvSpPr>
      <dsp:spPr>
        <a:xfrm rot="16200000">
          <a:off x="2596692" y="1638821"/>
          <a:ext cx="2436876" cy="479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22898" bIns="0" numCol="1" spcCol="1270" anchor="t" anchorCtr="0">
          <a:noAutofit/>
        </a:bodyPr>
        <a:lstStyle/>
        <a:p>
          <a:pPr marL="0" lvl="0" indent="0" algn="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Normality</a:t>
          </a:r>
        </a:p>
      </dsp:txBody>
      <dsp:txXfrm>
        <a:off x="2596692" y="1638821"/>
        <a:ext cx="2436876" cy="479506"/>
      </dsp:txXfrm>
    </dsp:sp>
    <dsp:sp modelId="{F80ACAAD-9E03-410A-B8C5-B4FC7AEBAD72}">
      <dsp:nvSpPr>
        <dsp:cNvPr id="0" name=""/>
        <dsp:cNvSpPr/>
      </dsp:nvSpPr>
      <dsp:spPr>
        <a:xfrm>
          <a:off x="4054884" y="660136"/>
          <a:ext cx="2388450" cy="24368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422898" rIns="184912" bIns="184912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Courier New" panose="02070309020205020404" pitchFamily="49" charset="0"/>
            <a:buNone/>
          </a:pPr>
          <a:r>
            <a:rPr lang="en-GB" sz="2000" kern="1200" dirty="0"/>
            <a:t>    Slight skew, acceptable range </a:t>
          </a:r>
        </a:p>
      </dsp:txBody>
      <dsp:txXfrm>
        <a:off x="4054884" y="660136"/>
        <a:ext cx="2388450" cy="2436876"/>
      </dsp:txXfrm>
    </dsp:sp>
    <dsp:sp modelId="{1A47113B-1F87-48F7-B56D-9B127A739595}">
      <dsp:nvSpPr>
        <dsp:cNvPr id="0" name=""/>
        <dsp:cNvSpPr/>
      </dsp:nvSpPr>
      <dsp:spPr>
        <a:xfrm>
          <a:off x="3575377" y="27187"/>
          <a:ext cx="959012" cy="95901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6EFAA6-6A60-402B-84D9-F084A23921E2}">
      <dsp:nvSpPr>
        <dsp:cNvPr id="0" name=""/>
        <dsp:cNvSpPr/>
      </dsp:nvSpPr>
      <dsp:spPr>
        <a:xfrm rot="16200000">
          <a:off x="6109408" y="1638821"/>
          <a:ext cx="2436876" cy="479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22898" bIns="0" numCol="1" spcCol="1270" anchor="t" anchorCtr="0">
          <a:noAutofit/>
        </a:bodyPr>
        <a:lstStyle/>
        <a:p>
          <a:pPr marL="0" lvl="0" indent="0" algn="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400" kern="1200" dirty="0"/>
            <a:t>Insight</a:t>
          </a:r>
        </a:p>
      </dsp:txBody>
      <dsp:txXfrm>
        <a:off x="6109408" y="1638821"/>
        <a:ext cx="2436876" cy="479506"/>
      </dsp:txXfrm>
    </dsp:sp>
    <dsp:sp modelId="{9F735537-A6D4-40E8-B212-720C813431CF}">
      <dsp:nvSpPr>
        <dsp:cNvPr id="0" name=""/>
        <dsp:cNvSpPr/>
      </dsp:nvSpPr>
      <dsp:spPr>
        <a:xfrm>
          <a:off x="7567599" y="660136"/>
          <a:ext cx="2388450" cy="243687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422898" rIns="184912" bIns="184912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000" kern="1200" dirty="0"/>
            <a:t>   Model assumptions are partially satisfied </a:t>
          </a:r>
        </a:p>
      </dsp:txBody>
      <dsp:txXfrm>
        <a:off x="7567599" y="660136"/>
        <a:ext cx="2388450" cy="2436876"/>
      </dsp:txXfrm>
    </dsp:sp>
    <dsp:sp modelId="{F4E99FCA-6305-405A-AF5C-4A8E87887D6B}">
      <dsp:nvSpPr>
        <dsp:cNvPr id="0" name=""/>
        <dsp:cNvSpPr/>
      </dsp:nvSpPr>
      <dsp:spPr>
        <a:xfrm>
          <a:off x="7088093" y="27187"/>
          <a:ext cx="959012" cy="95901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A4E42B-D1DE-4776-8941-BE12984ACC5A}">
      <dsp:nvSpPr>
        <dsp:cNvPr id="0" name=""/>
        <dsp:cNvSpPr/>
      </dsp:nvSpPr>
      <dsp:spPr>
        <a:xfrm>
          <a:off x="3019" y="33986"/>
          <a:ext cx="2943827" cy="10944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Stats</a:t>
          </a:r>
        </a:p>
      </dsp:txBody>
      <dsp:txXfrm>
        <a:off x="3019" y="33986"/>
        <a:ext cx="2943827" cy="1094400"/>
      </dsp:txXfrm>
    </dsp:sp>
    <dsp:sp modelId="{C2B5380C-0A4B-4C8A-9300-946DCA6A4F3C}">
      <dsp:nvSpPr>
        <dsp:cNvPr id="0" name=""/>
        <dsp:cNvSpPr/>
      </dsp:nvSpPr>
      <dsp:spPr>
        <a:xfrm>
          <a:off x="3019" y="1128387"/>
          <a:ext cx="2943827" cy="166896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GB" sz="2800" kern="1200" dirty="0"/>
            <a:t>R² = </a:t>
          </a:r>
          <a:r>
            <a:rPr lang="en-GB" sz="2800" b="1" kern="1200" dirty="0"/>
            <a:t>0.882</a:t>
          </a:r>
          <a:r>
            <a:rPr lang="en-GB" sz="2800" kern="1200" dirty="0"/>
            <a:t>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GB" sz="2800" kern="1200" dirty="0"/>
            <a:t>RMSE = </a:t>
          </a:r>
          <a:r>
            <a:rPr lang="en-GB" sz="2800" b="1" kern="1200" dirty="0"/>
            <a:t>440.45</a:t>
          </a:r>
          <a:r>
            <a:rPr lang="en-GB" sz="2800" kern="1200" dirty="0"/>
            <a:t> </a:t>
          </a:r>
        </a:p>
      </dsp:txBody>
      <dsp:txXfrm>
        <a:off x="3019" y="1128387"/>
        <a:ext cx="2943827" cy="1668960"/>
      </dsp:txXfrm>
    </dsp:sp>
    <dsp:sp modelId="{70F4CE55-221D-4B66-A219-790B97F86015}">
      <dsp:nvSpPr>
        <dsp:cNvPr id="0" name=""/>
        <dsp:cNvSpPr/>
      </dsp:nvSpPr>
      <dsp:spPr>
        <a:xfrm>
          <a:off x="3358982" y="33986"/>
          <a:ext cx="2943827" cy="10944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Feature importance</a:t>
          </a:r>
          <a:endParaRPr lang="en-GB" sz="2000" kern="1200" dirty="0"/>
        </a:p>
      </dsp:txBody>
      <dsp:txXfrm>
        <a:off x="3358982" y="33986"/>
        <a:ext cx="2943827" cy="1094400"/>
      </dsp:txXfrm>
    </dsp:sp>
    <dsp:sp modelId="{815CA0D8-2988-4F71-818D-3E984A456089}">
      <dsp:nvSpPr>
        <dsp:cNvPr id="0" name=""/>
        <dsp:cNvSpPr/>
      </dsp:nvSpPr>
      <dsp:spPr>
        <a:xfrm>
          <a:off x="3358982" y="1128387"/>
          <a:ext cx="2943827" cy="166896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GB" sz="2400" kern="1200" dirty="0"/>
            <a:t>Spending → </a:t>
          </a:r>
          <a:r>
            <a:rPr lang="en-GB" sz="2400" b="1" kern="1200" dirty="0"/>
            <a:t>0.515</a:t>
          </a:r>
          <a:r>
            <a:rPr lang="en-GB" sz="2400" kern="1200" dirty="0"/>
            <a:t>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None/>
          </a:pPr>
          <a:r>
            <a:rPr lang="en-GB" sz="2400" kern="1200" dirty="0"/>
            <a:t>Income → </a:t>
          </a:r>
          <a:r>
            <a:rPr lang="en-GB" sz="2400" b="1" kern="1200" dirty="0"/>
            <a:t>0.483</a:t>
          </a:r>
          <a:r>
            <a:rPr lang="en-GB" sz="2400" kern="1200" dirty="0"/>
            <a:t> </a:t>
          </a:r>
        </a:p>
      </dsp:txBody>
      <dsp:txXfrm>
        <a:off x="3358982" y="1128387"/>
        <a:ext cx="2943827" cy="1668960"/>
      </dsp:txXfrm>
    </dsp:sp>
    <dsp:sp modelId="{658E4F08-B96E-4D00-BFD6-9BCCC6E8DDEA}">
      <dsp:nvSpPr>
        <dsp:cNvPr id="0" name=""/>
        <dsp:cNvSpPr/>
      </dsp:nvSpPr>
      <dsp:spPr>
        <a:xfrm>
          <a:off x="6714945" y="33986"/>
          <a:ext cx="2943827" cy="1094400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Insight</a:t>
          </a:r>
          <a:endParaRPr lang="en-GB" sz="2000" kern="1200" dirty="0"/>
        </a:p>
      </dsp:txBody>
      <dsp:txXfrm>
        <a:off x="6714945" y="33986"/>
        <a:ext cx="2943827" cy="1094400"/>
      </dsp:txXfrm>
    </dsp:sp>
    <dsp:sp modelId="{6B918CD8-C157-429E-821E-D97CA23419F7}">
      <dsp:nvSpPr>
        <dsp:cNvPr id="0" name=""/>
        <dsp:cNvSpPr/>
      </dsp:nvSpPr>
      <dsp:spPr>
        <a:xfrm>
          <a:off x="6714945" y="1128387"/>
          <a:ext cx="2943827" cy="166896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000" kern="1200" dirty="0"/>
            <a:t>Behavioural features dominate prediction (~99%)</a:t>
          </a:r>
        </a:p>
      </dsp:txBody>
      <dsp:txXfrm>
        <a:off x="6714945" y="1128387"/>
        <a:ext cx="2943827" cy="16689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9E37DF-8B8E-4B71-99A1-C00F56E3900B}">
      <dsp:nvSpPr>
        <dsp:cNvPr id="0" name=""/>
        <dsp:cNvSpPr/>
      </dsp:nvSpPr>
      <dsp:spPr>
        <a:xfrm>
          <a:off x="-5427139" y="-831103"/>
          <a:ext cx="6462806" cy="6462806"/>
        </a:xfrm>
        <a:prstGeom prst="blockArc">
          <a:avLst>
            <a:gd name="adj1" fmla="val 18900000"/>
            <a:gd name="adj2" fmla="val 2700000"/>
            <a:gd name="adj3" fmla="val 334"/>
          </a:avLst>
        </a:prstGeom>
        <a:noFill/>
        <a:ln w="15875" cap="rnd" cmpd="sng" algn="ctr">
          <a:solidFill>
            <a:schemeClr val="accent1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ABB5BB-084C-421B-8AC1-AC30700B675E}">
      <dsp:nvSpPr>
        <dsp:cNvPr id="0" name=""/>
        <dsp:cNvSpPr/>
      </dsp:nvSpPr>
      <dsp:spPr>
        <a:xfrm>
          <a:off x="666323" y="480060"/>
          <a:ext cx="4909480" cy="96012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95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GB" sz="2900" kern="1200" dirty="0"/>
            <a:t>Loyalty is </a:t>
          </a:r>
          <a:r>
            <a:rPr lang="en-GB" sz="2900" b="1" kern="1200" dirty="0"/>
            <a:t>primarily behaviour driven</a:t>
          </a:r>
          <a:r>
            <a:rPr lang="en-GB" sz="2900" kern="1200" dirty="0"/>
            <a:t> </a:t>
          </a:r>
        </a:p>
      </dsp:txBody>
      <dsp:txXfrm>
        <a:off x="666323" y="480060"/>
        <a:ext cx="4909480" cy="960120"/>
      </dsp:txXfrm>
    </dsp:sp>
    <dsp:sp modelId="{24F5AF60-741C-4B70-8170-431EAE4715B0}">
      <dsp:nvSpPr>
        <dsp:cNvPr id="0" name=""/>
        <dsp:cNvSpPr/>
      </dsp:nvSpPr>
      <dsp:spPr>
        <a:xfrm>
          <a:off x="66248" y="360045"/>
          <a:ext cx="1200150" cy="12001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3C6CAC-54CB-4B2C-A16C-560D532DF963}">
      <dsp:nvSpPr>
        <dsp:cNvPr id="0" name=""/>
        <dsp:cNvSpPr/>
      </dsp:nvSpPr>
      <dsp:spPr>
        <a:xfrm>
          <a:off x="1015326" y="1920240"/>
          <a:ext cx="4560476" cy="960120"/>
        </a:xfrm>
        <a:prstGeom prst="rect">
          <a:avLst/>
        </a:prstGeom>
        <a:solidFill>
          <a:schemeClr val="accent1">
            <a:shade val="80000"/>
            <a:hueOff val="0"/>
            <a:satOff val="-17140"/>
            <a:lumOff val="1641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95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GB" sz="2900" kern="1200" dirty="0"/>
            <a:t>Income is equally important </a:t>
          </a:r>
        </a:p>
      </dsp:txBody>
      <dsp:txXfrm>
        <a:off x="1015326" y="1920240"/>
        <a:ext cx="4560476" cy="960120"/>
      </dsp:txXfrm>
    </dsp:sp>
    <dsp:sp modelId="{A71A1CFF-51E6-4D40-9B8C-8E82E00F050B}">
      <dsp:nvSpPr>
        <dsp:cNvPr id="0" name=""/>
        <dsp:cNvSpPr/>
      </dsp:nvSpPr>
      <dsp:spPr>
        <a:xfrm>
          <a:off x="415251" y="1800224"/>
          <a:ext cx="1200150" cy="12001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-17140"/>
              <a:lumOff val="164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EEF86A-46C7-49D2-91CC-1F58FD3C6EA4}">
      <dsp:nvSpPr>
        <dsp:cNvPr id="0" name=""/>
        <dsp:cNvSpPr/>
      </dsp:nvSpPr>
      <dsp:spPr>
        <a:xfrm>
          <a:off x="666323" y="3360420"/>
          <a:ext cx="4909480" cy="960120"/>
        </a:xfrm>
        <a:prstGeom prst="rect">
          <a:avLst/>
        </a:prstGeom>
        <a:solidFill>
          <a:schemeClr val="accent1">
            <a:shade val="80000"/>
            <a:hueOff val="0"/>
            <a:satOff val="-34279"/>
            <a:lumOff val="3283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95" tIns="73660" rIns="73660" bIns="7366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Symbol" panose="05050102010706020507" pitchFamily="18" charset="2"/>
            <a:buNone/>
          </a:pPr>
          <a:r>
            <a:rPr lang="en-GB" sz="2900" kern="1200" dirty="0"/>
            <a:t>Demographics have minimal impact </a:t>
          </a:r>
        </a:p>
      </dsp:txBody>
      <dsp:txXfrm>
        <a:off x="666323" y="3360420"/>
        <a:ext cx="4909480" cy="960120"/>
      </dsp:txXfrm>
    </dsp:sp>
    <dsp:sp modelId="{9519A0FE-DDF6-4BBD-9A5D-6F856C7C433D}">
      <dsp:nvSpPr>
        <dsp:cNvPr id="0" name=""/>
        <dsp:cNvSpPr/>
      </dsp:nvSpPr>
      <dsp:spPr>
        <a:xfrm>
          <a:off x="66248" y="3240405"/>
          <a:ext cx="1200150" cy="12001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shade val="80000"/>
              <a:hueOff val="0"/>
              <a:satOff val="-34279"/>
              <a:lumOff val="328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D4705B-1121-4575-80B0-47C4D4718611}">
      <dsp:nvSpPr>
        <dsp:cNvPr id="0" name=""/>
        <dsp:cNvSpPr/>
      </dsp:nvSpPr>
      <dsp:spPr>
        <a:xfrm>
          <a:off x="0" y="0"/>
          <a:ext cx="1956779" cy="31242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VIP customers  high income + high spend </a:t>
          </a:r>
        </a:p>
      </dsp:txBody>
      <dsp:txXfrm>
        <a:off x="0" y="1249680"/>
        <a:ext cx="1956779" cy="1249680"/>
      </dsp:txXfrm>
    </dsp:sp>
    <dsp:sp modelId="{7D5FDDCA-B558-41DB-BBD6-19F13F976CE9}">
      <dsp:nvSpPr>
        <dsp:cNvPr id="0" name=""/>
        <dsp:cNvSpPr/>
      </dsp:nvSpPr>
      <dsp:spPr>
        <a:xfrm>
          <a:off x="458210" y="187452"/>
          <a:ext cx="1040358" cy="1040358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85F315-683C-43CE-A2E6-A6928A603D75}">
      <dsp:nvSpPr>
        <dsp:cNvPr id="0" name=""/>
        <dsp:cNvSpPr/>
      </dsp:nvSpPr>
      <dsp:spPr>
        <a:xfrm>
          <a:off x="2015483" y="0"/>
          <a:ext cx="1956779" cy="31242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Wealthy but low engagement </a:t>
          </a:r>
        </a:p>
      </dsp:txBody>
      <dsp:txXfrm>
        <a:off x="2015483" y="1249680"/>
        <a:ext cx="1956779" cy="1249680"/>
      </dsp:txXfrm>
    </dsp:sp>
    <dsp:sp modelId="{8856D5FF-1E3A-4577-A949-2F104F003738}">
      <dsp:nvSpPr>
        <dsp:cNvPr id="0" name=""/>
        <dsp:cNvSpPr/>
      </dsp:nvSpPr>
      <dsp:spPr>
        <a:xfrm>
          <a:off x="2473693" y="187452"/>
          <a:ext cx="1040358" cy="1040358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A7EAB9-8D3B-4389-9E22-05F4134EFD03}">
      <dsp:nvSpPr>
        <dsp:cNvPr id="0" name=""/>
        <dsp:cNvSpPr/>
      </dsp:nvSpPr>
      <dsp:spPr>
        <a:xfrm>
          <a:off x="4030966" y="0"/>
          <a:ext cx="1956779" cy="31242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Impulsive low- income spenders </a:t>
          </a:r>
        </a:p>
      </dsp:txBody>
      <dsp:txXfrm>
        <a:off x="4030966" y="1249680"/>
        <a:ext cx="1956779" cy="1249680"/>
      </dsp:txXfrm>
    </dsp:sp>
    <dsp:sp modelId="{5A4C95D5-DDF8-4CC3-84DB-CD8EEB78FB06}">
      <dsp:nvSpPr>
        <dsp:cNvPr id="0" name=""/>
        <dsp:cNvSpPr/>
      </dsp:nvSpPr>
      <dsp:spPr>
        <a:xfrm>
          <a:off x="4489177" y="187452"/>
          <a:ext cx="1040358" cy="1040358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921896-3B6F-4229-9DB7-5B3FCFA249C3}">
      <dsp:nvSpPr>
        <dsp:cNvPr id="0" name=""/>
        <dsp:cNvSpPr/>
      </dsp:nvSpPr>
      <dsp:spPr>
        <a:xfrm>
          <a:off x="6046449" y="0"/>
          <a:ext cx="1956779" cy="31242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Low value customers </a:t>
          </a:r>
        </a:p>
      </dsp:txBody>
      <dsp:txXfrm>
        <a:off x="6046449" y="1249680"/>
        <a:ext cx="1956779" cy="1249680"/>
      </dsp:txXfrm>
    </dsp:sp>
    <dsp:sp modelId="{7D0F712E-9633-479F-BA6C-B6BBE36BE633}">
      <dsp:nvSpPr>
        <dsp:cNvPr id="0" name=""/>
        <dsp:cNvSpPr/>
      </dsp:nvSpPr>
      <dsp:spPr>
        <a:xfrm>
          <a:off x="6504660" y="187452"/>
          <a:ext cx="1040358" cy="1040358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B67F3D-8262-440A-911D-54D5F272A576}">
      <dsp:nvSpPr>
        <dsp:cNvPr id="0" name=""/>
        <dsp:cNvSpPr/>
      </dsp:nvSpPr>
      <dsp:spPr>
        <a:xfrm>
          <a:off x="8061933" y="0"/>
          <a:ext cx="1956779" cy="31242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Mid segment customers </a:t>
          </a:r>
        </a:p>
      </dsp:txBody>
      <dsp:txXfrm>
        <a:off x="8061933" y="1249680"/>
        <a:ext cx="1956779" cy="1249680"/>
      </dsp:txXfrm>
    </dsp:sp>
    <dsp:sp modelId="{548B6589-C782-4F55-9514-214B08075196}">
      <dsp:nvSpPr>
        <dsp:cNvPr id="0" name=""/>
        <dsp:cNvSpPr/>
      </dsp:nvSpPr>
      <dsp:spPr>
        <a:xfrm>
          <a:off x="8520143" y="187452"/>
          <a:ext cx="1040358" cy="1040358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B3FF80-E7B0-489B-918F-EB5627C2BD9A}">
      <dsp:nvSpPr>
        <dsp:cNvPr id="0" name=""/>
        <dsp:cNvSpPr/>
      </dsp:nvSpPr>
      <dsp:spPr>
        <a:xfrm>
          <a:off x="400748" y="2499360"/>
          <a:ext cx="9217215" cy="468630"/>
        </a:xfrm>
        <a:prstGeom prst="leftRightArrow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AD528-067C-49A9-8DA7-9185190E6487}">
      <dsp:nvSpPr>
        <dsp:cNvPr id="0" name=""/>
        <dsp:cNvSpPr/>
      </dsp:nvSpPr>
      <dsp:spPr>
        <a:xfrm rot="10800000">
          <a:off x="2140479" y="681"/>
          <a:ext cx="6764069" cy="1746990"/>
        </a:xfrm>
        <a:prstGeom prst="homePlate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tint val="96000"/>
                <a:lumMod val="102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0374" tIns="106680" rIns="199136" bIns="10668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Loyalty is driven by: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GB" sz="2800" kern="1200" dirty="0"/>
            <a:t>Spending behaviour (strongest) 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GB" sz="2800" kern="1200" dirty="0"/>
            <a:t>Income (secondary) </a:t>
          </a:r>
        </a:p>
      </dsp:txBody>
      <dsp:txXfrm rot="10800000">
        <a:off x="2577226" y="681"/>
        <a:ext cx="6327322" cy="1746990"/>
      </dsp:txXfrm>
    </dsp:sp>
    <dsp:sp modelId="{1E4FE07F-6F83-4BCE-ADA6-3FBCD39B7CFE}">
      <dsp:nvSpPr>
        <dsp:cNvPr id="0" name=""/>
        <dsp:cNvSpPr/>
      </dsp:nvSpPr>
      <dsp:spPr>
        <a:xfrm>
          <a:off x="1266984" y="681"/>
          <a:ext cx="1746990" cy="1746990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  <a:effectLst>
          <a:reflection blurRad="12700" stA="26000" endPos="32000" dist="12700" dir="5400000" sy="-100000" rotWithShape="0"/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974FE47-78BE-422D-968D-00B3A96ACB63}">
      <dsp:nvSpPr>
        <dsp:cNvPr id="0" name=""/>
        <dsp:cNvSpPr/>
      </dsp:nvSpPr>
      <dsp:spPr>
        <a:xfrm rot="10800000">
          <a:off x="2140479" y="2261549"/>
          <a:ext cx="6764069" cy="1746990"/>
        </a:xfrm>
        <a:prstGeom prst="homePlate">
          <a:avLst/>
        </a:prstGeom>
        <a:gradFill rotWithShape="0">
          <a:gsLst>
            <a:gs pos="0">
              <a:schemeClr val="accent1">
                <a:shade val="80000"/>
                <a:hueOff val="0"/>
                <a:satOff val="-34279"/>
                <a:lumOff val="32835"/>
                <a:alphaOff val="0"/>
                <a:tint val="96000"/>
                <a:lumMod val="102000"/>
              </a:schemeClr>
            </a:gs>
            <a:gs pos="100000">
              <a:schemeClr val="accent1">
                <a:shade val="80000"/>
                <a:hueOff val="0"/>
                <a:satOff val="-34279"/>
                <a:lumOff val="32835"/>
                <a:alphaOff val="0"/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  <a:ln>
          <a:noFill/>
        </a:ln>
        <a:effectLst>
          <a:reflection blurRad="12700" stA="26000" endPos="32000" dist="12700" dir="5400000" sy="-100000" rotWithShape="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0374" tIns="91440" rIns="170688" bIns="9144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 Weak influence: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GB" sz="2400" kern="1200" dirty="0"/>
            <a:t>Age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GB" sz="2400" kern="1200"/>
            <a:t>Education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SzPts val="1000"/>
            <a:buFont typeface="Symbol" panose="05050102010706020507" pitchFamily="18" charset="2"/>
            <a:buChar char=""/>
          </a:pPr>
          <a:r>
            <a:rPr lang="en-GB" sz="2400" kern="1200" dirty="0"/>
            <a:t>Product </a:t>
          </a:r>
        </a:p>
      </dsp:txBody>
      <dsp:txXfrm rot="10800000">
        <a:off x="2577226" y="2261549"/>
        <a:ext cx="6327322" cy="1746990"/>
      </dsp:txXfrm>
    </dsp:sp>
    <dsp:sp modelId="{D0B424D8-9F3D-4DBB-A21A-84F10B57969D}">
      <dsp:nvSpPr>
        <dsp:cNvPr id="0" name=""/>
        <dsp:cNvSpPr/>
      </dsp:nvSpPr>
      <dsp:spPr>
        <a:xfrm>
          <a:off x="1266984" y="2261549"/>
          <a:ext cx="1746990" cy="1746990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reflection blurRad="12700" stA="26000" endPos="32000" dist="12700" dir="5400000" sy="-100000" rotWithShape="0"/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9E924E-5253-4429-9711-6D2545C73424}">
      <dsp:nvSpPr>
        <dsp:cNvPr id="0" name=""/>
        <dsp:cNvSpPr/>
      </dsp:nvSpPr>
      <dsp:spPr>
        <a:xfrm rot="10800000">
          <a:off x="2459184" y="0"/>
          <a:ext cx="6662444" cy="3124200"/>
        </a:xfrm>
        <a:prstGeom prst="homePlat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77686" tIns="175260" rIns="327152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600" kern="1200" dirty="0"/>
            <a:t>Customer loyalty is primarily </a:t>
          </a:r>
          <a:r>
            <a:rPr lang="en-GB" sz="4600" b="1" kern="1200" dirty="0"/>
            <a:t>behavioural, not demographic</a:t>
          </a:r>
          <a:endParaRPr lang="en-GB" sz="4600" kern="1200" dirty="0"/>
        </a:p>
      </dsp:txBody>
      <dsp:txXfrm rot="10800000">
        <a:off x="3240234" y="0"/>
        <a:ext cx="5881394" cy="3124200"/>
      </dsp:txXfrm>
    </dsp:sp>
    <dsp:sp modelId="{1F9765E5-07D5-4A0B-8C06-4020DBC8A82C}">
      <dsp:nvSpPr>
        <dsp:cNvPr id="0" name=""/>
        <dsp:cNvSpPr/>
      </dsp:nvSpPr>
      <dsp:spPr>
        <a:xfrm>
          <a:off x="897084" y="0"/>
          <a:ext cx="3124200" cy="3124200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25000" r="-25000"/>
          </a:stretch>
        </a:blipFill>
        <a:ln w="952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0BED43-BF99-4733-B8EE-99830E75E66D}">
      <dsp:nvSpPr>
        <dsp:cNvPr id="0" name=""/>
        <dsp:cNvSpPr/>
      </dsp:nvSpPr>
      <dsp:spPr>
        <a:xfrm>
          <a:off x="777737" y="0"/>
          <a:ext cx="8814363" cy="386324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7091A5-EC82-4532-8AF5-EF96E69736DC}">
      <dsp:nvSpPr>
        <dsp:cNvPr id="0" name=""/>
        <dsp:cNvSpPr/>
      </dsp:nvSpPr>
      <dsp:spPr>
        <a:xfrm>
          <a:off x="5189" y="1158974"/>
          <a:ext cx="2496255" cy="1545298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Target VIP customers with rewards </a:t>
          </a:r>
        </a:p>
      </dsp:txBody>
      <dsp:txXfrm>
        <a:off x="80624" y="1234409"/>
        <a:ext cx="2345385" cy="1394428"/>
      </dsp:txXfrm>
    </dsp:sp>
    <dsp:sp modelId="{8DF158BC-CD14-409E-B405-E2554A3492C2}">
      <dsp:nvSpPr>
        <dsp:cNvPr id="0" name=""/>
        <dsp:cNvSpPr/>
      </dsp:nvSpPr>
      <dsp:spPr>
        <a:xfrm>
          <a:off x="2626257" y="1158974"/>
          <a:ext cx="2496255" cy="1545298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Re-engage wealthy low-spenders </a:t>
          </a:r>
        </a:p>
      </dsp:txBody>
      <dsp:txXfrm>
        <a:off x="2701692" y="1234409"/>
        <a:ext cx="2345385" cy="1394428"/>
      </dsp:txXfrm>
    </dsp:sp>
    <dsp:sp modelId="{F14A8243-9475-457C-A008-C1B71235332A}">
      <dsp:nvSpPr>
        <dsp:cNvPr id="0" name=""/>
        <dsp:cNvSpPr/>
      </dsp:nvSpPr>
      <dsp:spPr>
        <a:xfrm>
          <a:off x="5247325" y="1158974"/>
          <a:ext cx="2496255" cy="1545298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Design offers for impulsive low-income users </a:t>
          </a:r>
        </a:p>
      </dsp:txBody>
      <dsp:txXfrm>
        <a:off x="5322760" y="1234409"/>
        <a:ext cx="2345385" cy="1394428"/>
      </dsp:txXfrm>
    </dsp:sp>
    <dsp:sp modelId="{8FDA34A9-D1C6-4751-9A75-6ABFAF6934A4}">
      <dsp:nvSpPr>
        <dsp:cNvPr id="0" name=""/>
        <dsp:cNvSpPr/>
      </dsp:nvSpPr>
      <dsp:spPr>
        <a:xfrm>
          <a:off x="7868393" y="1158974"/>
          <a:ext cx="2496255" cy="1545298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Reduce marketing spend on low-value segment </a:t>
          </a:r>
        </a:p>
      </dsp:txBody>
      <dsp:txXfrm>
        <a:off x="7943828" y="1234409"/>
        <a:ext cx="2345385" cy="139442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6E6E61-118E-4AA8-B478-33157CC13BCE}">
      <dsp:nvSpPr>
        <dsp:cNvPr id="0" name=""/>
        <dsp:cNvSpPr/>
      </dsp:nvSpPr>
      <dsp:spPr>
        <a:xfrm>
          <a:off x="3927" y="684309"/>
          <a:ext cx="2361787" cy="753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Cluster assignment of customers</a:t>
          </a:r>
        </a:p>
      </dsp:txBody>
      <dsp:txXfrm>
        <a:off x="3927" y="684309"/>
        <a:ext cx="2361787" cy="753156"/>
      </dsp:txXfrm>
    </dsp:sp>
    <dsp:sp modelId="{093C4DF8-0431-4A73-B466-7E7F01FF0CD1}">
      <dsp:nvSpPr>
        <dsp:cNvPr id="0" name=""/>
        <dsp:cNvSpPr/>
      </dsp:nvSpPr>
      <dsp:spPr>
        <a:xfrm>
          <a:off x="3927" y="1437465"/>
          <a:ext cx="2361787" cy="13999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000" b="1" kern="1200" dirty="0"/>
            <a:t>Hard (not probabilistic)</a:t>
          </a:r>
          <a:r>
            <a:rPr lang="en-GB" sz="2000" kern="1200" dirty="0"/>
            <a:t> </a:t>
          </a:r>
        </a:p>
      </dsp:txBody>
      <dsp:txXfrm>
        <a:off x="3927" y="1437465"/>
        <a:ext cx="2361787" cy="1399950"/>
      </dsp:txXfrm>
    </dsp:sp>
    <dsp:sp modelId="{B716D84B-36A3-45EB-AD9D-F37FD2C5C2FE}">
      <dsp:nvSpPr>
        <dsp:cNvPr id="0" name=""/>
        <dsp:cNvSpPr/>
      </dsp:nvSpPr>
      <dsp:spPr>
        <a:xfrm>
          <a:off x="2696365" y="684309"/>
          <a:ext cx="2361787" cy="753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Located close to boundary</a:t>
          </a:r>
        </a:p>
      </dsp:txBody>
      <dsp:txXfrm>
        <a:off x="2696365" y="684309"/>
        <a:ext cx="2361787" cy="753156"/>
      </dsp:txXfrm>
    </dsp:sp>
    <dsp:sp modelId="{FAE7FB4D-9913-4055-9BCD-853EDF5172CD}">
      <dsp:nvSpPr>
        <dsp:cNvPr id="0" name=""/>
        <dsp:cNvSpPr/>
      </dsp:nvSpPr>
      <dsp:spPr>
        <a:xfrm>
          <a:off x="2696365" y="1437465"/>
          <a:ext cx="2361787" cy="13999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000" kern="1200" dirty="0"/>
            <a:t>Some customers sit </a:t>
          </a:r>
          <a:r>
            <a:rPr lang="en-GB" sz="2000" b="1" kern="1200" dirty="0"/>
            <a:t>very close to multiple segments</a:t>
          </a:r>
          <a:r>
            <a:rPr lang="en-GB" sz="2000" kern="1200" dirty="0"/>
            <a:t> </a:t>
          </a:r>
        </a:p>
      </dsp:txBody>
      <dsp:txXfrm>
        <a:off x="2696365" y="1437465"/>
        <a:ext cx="2361787" cy="1399950"/>
      </dsp:txXfrm>
    </dsp:sp>
    <dsp:sp modelId="{D913906D-235D-448D-80B0-BA476DAC2995}">
      <dsp:nvSpPr>
        <dsp:cNvPr id="0" name=""/>
        <dsp:cNvSpPr/>
      </dsp:nvSpPr>
      <dsp:spPr>
        <a:xfrm>
          <a:off x="5388803" y="684309"/>
          <a:ext cx="2361787" cy="753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Problem</a:t>
          </a:r>
        </a:p>
      </dsp:txBody>
      <dsp:txXfrm>
        <a:off x="5388803" y="684309"/>
        <a:ext cx="2361787" cy="753156"/>
      </dsp:txXfrm>
    </dsp:sp>
    <dsp:sp modelId="{297A279D-7C64-4C7A-BFD5-405A96B66107}">
      <dsp:nvSpPr>
        <dsp:cNvPr id="0" name=""/>
        <dsp:cNvSpPr/>
      </dsp:nvSpPr>
      <dsp:spPr>
        <a:xfrm>
          <a:off x="5388803" y="1437465"/>
          <a:ext cx="2361787" cy="13999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2000" kern="1200" dirty="0"/>
            <a:t>Creates uncertainty at the segment boundaries </a:t>
          </a:r>
        </a:p>
      </dsp:txBody>
      <dsp:txXfrm>
        <a:off x="5388803" y="1437465"/>
        <a:ext cx="2361787" cy="1399950"/>
      </dsp:txXfrm>
    </dsp:sp>
    <dsp:sp modelId="{01454084-24C5-4F94-A16C-EE8614548E2C}">
      <dsp:nvSpPr>
        <dsp:cNvPr id="0" name=""/>
        <dsp:cNvSpPr/>
      </dsp:nvSpPr>
      <dsp:spPr>
        <a:xfrm>
          <a:off x="8081241" y="684309"/>
          <a:ext cx="2361787" cy="753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👉 Key issue</a:t>
          </a:r>
          <a:br>
            <a:rPr lang="en-GB" sz="2000" kern="1200" dirty="0"/>
          </a:br>
          <a:endParaRPr lang="en-GB" sz="2000" kern="1200" dirty="0"/>
        </a:p>
      </dsp:txBody>
      <dsp:txXfrm>
        <a:off x="8081241" y="684309"/>
        <a:ext cx="2361787" cy="753156"/>
      </dsp:txXfrm>
    </dsp:sp>
    <dsp:sp modelId="{D9123ADD-698C-4876-8F12-F278152F39C2}">
      <dsp:nvSpPr>
        <dsp:cNvPr id="0" name=""/>
        <dsp:cNvSpPr/>
      </dsp:nvSpPr>
      <dsp:spPr>
        <a:xfrm>
          <a:off x="8081241" y="1437465"/>
          <a:ext cx="2361787" cy="139995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Not all customers clearly belong to one segment</a:t>
          </a:r>
        </a:p>
      </dsp:txBody>
      <dsp:txXfrm>
        <a:off x="8081241" y="1437465"/>
        <a:ext cx="2361787" cy="139995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01A385-83F3-4EB2-9591-9EA6E524C25F}">
      <dsp:nvSpPr>
        <dsp:cNvPr id="0" name=""/>
        <dsp:cNvSpPr/>
      </dsp:nvSpPr>
      <dsp:spPr>
        <a:xfrm>
          <a:off x="345876" y="0"/>
          <a:ext cx="3919934" cy="2189602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A2C5D79-6A3A-46FB-A82F-B97DECFCE98F}">
      <dsp:nvSpPr>
        <dsp:cNvPr id="0" name=""/>
        <dsp:cNvSpPr/>
      </dsp:nvSpPr>
      <dsp:spPr>
        <a:xfrm>
          <a:off x="837" y="656880"/>
          <a:ext cx="2228332" cy="875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~400 customers are </a:t>
          </a:r>
          <a:r>
            <a:rPr lang="en-GB" sz="1800" b="1" kern="1200" dirty="0"/>
            <a:t>borderline cases</a:t>
          </a:r>
          <a:r>
            <a:rPr lang="en-GB" sz="1800" kern="1200" dirty="0"/>
            <a:t> </a:t>
          </a:r>
        </a:p>
      </dsp:txBody>
      <dsp:txXfrm>
        <a:off x="43592" y="699635"/>
        <a:ext cx="2142822" cy="790330"/>
      </dsp:txXfrm>
    </dsp:sp>
    <dsp:sp modelId="{1F64C0CC-256E-4324-A676-C2E6ED1BCA65}">
      <dsp:nvSpPr>
        <dsp:cNvPr id="0" name=""/>
        <dsp:cNvSpPr/>
      </dsp:nvSpPr>
      <dsp:spPr>
        <a:xfrm>
          <a:off x="2382517" y="656880"/>
          <a:ext cx="2228332" cy="875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60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84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Their assignment is </a:t>
          </a:r>
          <a:r>
            <a:rPr lang="en-GB" sz="1800" b="1" kern="1200" dirty="0"/>
            <a:t>not strongly distinct to one segment</a:t>
          </a:r>
          <a:endParaRPr lang="en-GB" sz="1800" kern="1200" dirty="0"/>
        </a:p>
      </dsp:txBody>
      <dsp:txXfrm>
        <a:off x="2425272" y="699635"/>
        <a:ext cx="2142822" cy="79033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1677D2-D207-4A04-B935-EB7BD7883ABB}">
      <dsp:nvSpPr>
        <dsp:cNvPr id="0" name=""/>
        <dsp:cNvSpPr/>
      </dsp:nvSpPr>
      <dsp:spPr>
        <a:xfrm>
          <a:off x="5841" y="1423942"/>
          <a:ext cx="1880232" cy="188023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~400 customers</a:t>
          </a:r>
        </a:p>
      </dsp:txBody>
      <dsp:txXfrm>
        <a:off x="281195" y="1699296"/>
        <a:ext cx="1329524" cy="1329524"/>
      </dsp:txXfrm>
    </dsp:sp>
    <dsp:sp modelId="{653A5079-913C-4311-A64E-FE8ACEFFD272}">
      <dsp:nvSpPr>
        <dsp:cNvPr id="0" name=""/>
        <dsp:cNvSpPr/>
      </dsp:nvSpPr>
      <dsp:spPr>
        <a:xfrm rot="17909946">
          <a:off x="1694365" y="1845114"/>
          <a:ext cx="94692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46923" y="0"/>
              </a:lnTo>
            </a:path>
          </a:pathLst>
        </a:cu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6040F6-92C0-4C2C-AC2E-DAD59B24BF57}">
      <dsp:nvSpPr>
        <dsp:cNvPr id="0" name=""/>
        <dsp:cNvSpPr/>
      </dsp:nvSpPr>
      <dsp:spPr>
        <a:xfrm rot="14490054">
          <a:off x="4144120" y="1845114"/>
          <a:ext cx="94692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46923" y="0"/>
              </a:lnTo>
            </a:path>
          </a:pathLst>
        </a:cu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5E6CC3-A1FC-4A86-A451-120A474CEAA6}">
      <dsp:nvSpPr>
        <dsp:cNvPr id="0" name=""/>
        <dsp:cNvSpPr/>
      </dsp:nvSpPr>
      <dsp:spPr>
        <a:xfrm>
          <a:off x="2393737" y="1429024"/>
          <a:ext cx="219772" cy="0"/>
        </a:xfrm>
        <a:prstGeom prst="line">
          <a:avLst/>
        </a:pr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BD50EF-9EA5-4347-88AE-B13C84CEB870}">
      <dsp:nvSpPr>
        <dsp:cNvPr id="0" name=""/>
        <dsp:cNvSpPr/>
      </dsp:nvSpPr>
      <dsp:spPr>
        <a:xfrm>
          <a:off x="2613509" y="961507"/>
          <a:ext cx="1558389" cy="93503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Have </a:t>
          </a:r>
          <a:r>
            <a:rPr lang="en-GB" sz="1400" b="1" kern="1200"/>
            <a:t>similar distance to multiple clusters</a:t>
          </a:r>
          <a:r>
            <a:rPr lang="en-GB" sz="1400" kern="1200"/>
            <a:t> </a:t>
          </a:r>
        </a:p>
      </dsp:txBody>
      <dsp:txXfrm>
        <a:off x="2613509" y="961507"/>
        <a:ext cx="1558389" cy="935033"/>
      </dsp:txXfrm>
    </dsp:sp>
    <dsp:sp modelId="{69E4F3F4-B707-4DD3-BAC4-24F806FC0FEB}">
      <dsp:nvSpPr>
        <dsp:cNvPr id="0" name=""/>
        <dsp:cNvSpPr/>
      </dsp:nvSpPr>
      <dsp:spPr>
        <a:xfrm>
          <a:off x="4171899" y="1429024"/>
          <a:ext cx="219772" cy="0"/>
        </a:xfrm>
        <a:prstGeom prst="line">
          <a:avLst/>
        </a:pr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F2E39A-10F0-466E-9F2B-F3F053E79C97}">
      <dsp:nvSpPr>
        <dsp:cNvPr id="0" name=""/>
        <dsp:cNvSpPr/>
      </dsp:nvSpPr>
      <dsp:spPr>
        <a:xfrm>
          <a:off x="1941917" y="2364058"/>
          <a:ext cx="45181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51819" y="0"/>
              </a:lnTo>
            </a:path>
          </a:pathLst>
        </a:cu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5D2F93-88F9-46BC-82B7-A1A703B3AAE0}">
      <dsp:nvSpPr>
        <dsp:cNvPr id="0" name=""/>
        <dsp:cNvSpPr/>
      </dsp:nvSpPr>
      <dsp:spPr>
        <a:xfrm rot="10800000">
          <a:off x="4391672" y="2364058"/>
          <a:ext cx="45181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51819" y="0"/>
              </a:lnTo>
            </a:path>
          </a:pathLst>
        </a:cu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A80D3E-80A1-4900-B28D-7D1FD7303405}">
      <dsp:nvSpPr>
        <dsp:cNvPr id="0" name=""/>
        <dsp:cNvSpPr/>
      </dsp:nvSpPr>
      <dsp:spPr>
        <a:xfrm>
          <a:off x="2393737" y="2364058"/>
          <a:ext cx="219772" cy="0"/>
        </a:xfrm>
        <a:prstGeom prst="line">
          <a:avLst/>
        </a:pr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5D707D-1737-4B0F-A2BD-586404D87316}">
      <dsp:nvSpPr>
        <dsp:cNvPr id="0" name=""/>
        <dsp:cNvSpPr/>
      </dsp:nvSpPr>
      <dsp:spPr>
        <a:xfrm>
          <a:off x="2613509" y="1896541"/>
          <a:ext cx="1558389" cy="93503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Show </a:t>
          </a:r>
          <a:r>
            <a:rPr lang="en-GB" sz="1400" b="1" kern="1200" dirty="0"/>
            <a:t>mixed behavioural patterns</a:t>
          </a:r>
          <a:r>
            <a:rPr lang="en-GB" sz="1400" kern="1200" dirty="0"/>
            <a:t> </a:t>
          </a:r>
        </a:p>
      </dsp:txBody>
      <dsp:txXfrm>
        <a:off x="2613509" y="1896541"/>
        <a:ext cx="1558389" cy="935033"/>
      </dsp:txXfrm>
    </dsp:sp>
    <dsp:sp modelId="{5D1C3B48-2E36-494F-9933-B65D22F7A21A}">
      <dsp:nvSpPr>
        <dsp:cNvPr id="0" name=""/>
        <dsp:cNvSpPr/>
      </dsp:nvSpPr>
      <dsp:spPr>
        <a:xfrm>
          <a:off x="4171899" y="2364058"/>
          <a:ext cx="219772" cy="0"/>
        </a:xfrm>
        <a:prstGeom prst="line">
          <a:avLst/>
        </a:pr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386316-9285-4ACE-93D8-0B8DEAE487FD}">
      <dsp:nvSpPr>
        <dsp:cNvPr id="0" name=""/>
        <dsp:cNvSpPr/>
      </dsp:nvSpPr>
      <dsp:spPr>
        <a:xfrm rot="3690054">
          <a:off x="1694365" y="2883002"/>
          <a:ext cx="94692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46923" y="0"/>
              </a:lnTo>
            </a:path>
          </a:pathLst>
        </a:cu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2D2461-DFD3-4EDD-B956-C817AE4FEBFC}">
      <dsp:nvSpPr>
        <dsp:cNvPr id="0" name=""/>
        <dsp:cNvSpPr/>
      </dsp:nvSpPr>
      <dsp:spPr>
        <a:xfrm rot="7109946">
          <a:off x="4144120" y="2883002"/>
          <a:ext cx="94692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46923" y="0"/>
              </a:lnTo>
            </a:path>
          </a:pathLst>
        </a:cu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D88A38-BC5A-49D5-AE00-34EC2750B525}">
      <dsp:nvSpPr>
        <dsp:cNvPr id="0" name=""/>
        <dsp:cNvSpPr/>
      </dsp:nvSpPr>
      <dsp:spPr>
        <a:xfrm>
          <a:off x="2393737" y="3299092"/>
          <a:ext cx="219772" cy="0"/>
        </a:xfrm>
        <a:prstGeom prst="line">
          <a:avLst/>
        </a:pr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9AD8BA-C71E-4879-8828-0310B6926A34}">
      <dsp:nvSpPr>
        <dsp:cNvPr id="0" name=""/>
        <dsp:cNvSpPr/>
      </dsp:nvSpPr>
      <dsp:spPr>
        <a:xfrm>
          <a:off x="2613509" y="2831575"/>
          <a:ext cx="1558389" cy="93503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Not strongly assigned to one segment</a:t>
          </a:r>
          <a:r>
            <a:rPr lang="en-GB" sz="1400" kern="1200" dirty="0"/>
            <a:t> </a:t>
          </a:r>
        </a:p>
      </dsp:txBody>
      <dsp:txXfrm>
        <a:off x="2613509" y="2831575"/>
        <a:ext cx="1558389" cy="935033"/>
      </dsp:txXfrm>
    </dsp:sp>
    <dsp:sp modelId="{0428C770-2BB3-4F80-8965-E3B0145BE7E8}">
      <dsp:nvSpPr>
        <dsp:cNvPr id="0" name=""/>
        <dsp:cNvSpPr/>
      </dsp:nvSpPr>
      <dsp:spPr>
        <a:xfrm>
          <a:off x="4171899" y="3299092"/>
          <a:ext cx="219772" cy="0"/>
        </a:xfrm>
        <a:prstGeom prst="line">
          <a:avLst/>
        </a:pr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257640-02FA-41EB-835F-74224C19CD71}">
      <dsp:nvSpPr>
        <dsp:cNvPr id="0" name=""/>
        <dsp:cNvSpPr/>
      </dsp:nvSpPr>
      <dsp:spPr>
        <a:xfrm>
          <a:off x="4899335" y="1423942"/>
          <a:ext cx="1880232" cy="1880232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Borderline customers should be</a:t>
          </a:r>
        </a:p>
      </dsp:txBody>
      <dsp:txXfrm>
        <a:off x="5174689" y="1699296"/>
        <a:ext cx="1329524" cy="1329524"/>
      </dsp:txXfrm>
    </dsp:sp>
    <dsp:sp modelId="{C0B497D1-5096-44A8-84FA-58D50F7B5B6C}">
      <dsp:nvSpPr>
        <dsp:cNvPr id="0" name=""/>
        <dsp:cNvSpPr/>
      </dsp:nvSpPr>
      <dsp:spPr>
        <a:xfrm rot="19041445">
          <a:off x="6728849" y="1845114"/>
          <a:ext cx="122844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28449" y="0"/>
              </a:lnTo>
            </a:path>
          </a:pathLst>
        </a:cu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70CA58-71B0-4872-963C-9F5B2F8C4894}">
      <dsp:nvSpPr>
        <dsp:cNvPr id="0" name=""/>
        <dsp:cNvSpPr/>
      </dsp:nvSpPr>
      <dsp:spPr>
        <a:xfrm>
          <a:off x="7794894" y="1429024"/>
          <a:ext cx="219772" cy="0"/>
        </a:xfrm>
        <a:prstGeom prst="line">
          <a:avLst/>
        </a:pr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E1CE99-5938-4983-A9C7-0426F80EBE18}">
      <dsp:nvSpPr>
        <dsp:cNvPr id="0" name=""/>
        <dsp:cNvSpPr/>
      </dsp:nvSpPr>
      <dsp:spPr>
        <a:xfrm>
          <a:off x="8014667" y="961507"/>
          <a:ext cx="1558389" cy="93503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Monitor over time</a:t>
          </a:r>
          <a:r>
            <a:rPr lang="en-GB" sz="1400" kern="1200" dirty="0"/>
            <a:t> </a:t>
          </a:r>
        </a:p>
      </dsp:txBody>
      <dsp:txXfrm>
        <a:off x="8014667" y="961507"/>
        <a:ext cx="1558389" cy="935033"/>
      </dsp:txXfrm>
    </dsp:sp>
    <dsp:sp modelId="{35F7FCB7-4144-444F-8B1D-0D68B8B425BD}">
      <dsp:nvSpPr>
        <dsp:cNvPr id="0" name=""/>
        <dsp:cNvSpPr/>
      </dsp:nvSpPr>
      <dsp:spPr>
        <a:xfrm>
          <a:off x="6891254" y="2364058"/>
          <a:ext cx="90363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03639" y="0"/>
              </a:lnTo>
            </a:path>
          </a:pathLst>
        </a:cu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868925-2F48-4438-A202-6D045B35D2A5}">
      <dsp:nvSpPr>
        <dsp:cNvPr id="0" name=""/>
        <dsp:cNvSpPr/>
      </dsp:nvSpPr>
      <dsp:spPr>
        <a:xfrm>
          <a:off x="7794894" y="2364058"/>
          <a:ext cx="219772" cy="0"/>
        </a:xfrm>
        <a:prstGeom prst="line">
          <a:avLst/>
        </a:pr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70F12F-0D08-4FCC-9DEE-C617D7B371F7}">
      <dsp:nvSpPr>
        <dsp:cNvPr id="0" name=""/>
        <dsp:cNvSpPr/>
      </dsp:nvSpPr>
      <dsp:spPr>
        <a:xfrm>
          <a:off x="8014667" y="1896541"/>
          <a:ext cx="1558389" cy="93503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Track for movement between clusters</a:t>
          </a:r>
          <a:r>
            <a:rPr lang="en-GB" sz="1400" kern="1200" dirty="0"/>
            <a:t> </a:t>
          </a:r>
        </a:p>
      </dsp:txBody>
      <dsp:txXfrm>
        <a:off x="8014667" y="1896541"/>
        <a:ext cx="1558389" cy="935033"/>
      </dsp:txXfrm>
    </dsp:sp>
    <dsp:sp modelId="{3D54E73D-DC4D-4118-8B37-32875924040B}">
      <dsp:nvSpPr>
        <dsp:cNvPr id="0" name=""/>
        <dsp:cNvSpPr/>
      </dsp:nvSpPr>
      <dsp:spPr>
        <a:xfrm rot="2558555">
          <a:off x="6728849" y="2883002"/>
          <a:ext cx="122844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228449" y="0"/>
              </a:lnTo>
            </a:path>
          </a:pathLst>
        </a:cu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4E94-3B7A-45D9-AD0A-7E4B9D35EDAF}">
      <dsp:nvSpPr>
        <dsp:cNvPr id="0" name=""/>
        <dsp:cNvSpPr/>
      </dsp:nvSpPr>
      <dsp:spPr>
        <a:xfrm>
          <a:off x="7794894" y="3299092"/>
          <a:ext cx="219772" cy="0"/>
        </a:xfrm>
        <a:prstGeom prst="line">
          <a:avLst/>
        </a:prstGeom>
        <a:noFill/>
        <a:ln w="15875" cap="rnd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C38E5B-C201-440F-AD01-D1A3ED356DFF}">
      <dsp:nvSpPr>
        <dsp:cNvPr id="0" name=""/>
        <dsp:cNvSpPr/>
      </dsp:nvSpPr>
      <dsp:spPr>
        <a:xfrm>
          <a:off x="8014667" y="2831575"/>
          <a:ext cx="1558389" cy="935033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Avoid rigid classification decisions </a:t>
          </a:r>
        </a:p>
      </dsp:txBody>
      <dsp:txXfrm>
        <a:off x="8014667" y="2831575"/>
        <a:ext cx="1558389" cy="9350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9/3/layout/SubStepProcess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1"/>
                          </dgm:alg>
                        </dgm:if>
                        <dgm:else name="Name1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1"/>
                            <dgm:param type="dstNode" val="anchor1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2"/>
                                <dgm:param type="endSty" val="noArr"/>
                                <dgm:param type="dstNode" val="anchor1"/>
                              </dgm:alg>
                            </dgm:if>
                            <dgm:else name="Name3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2"/>
                                <dgm:param type="dstNode" val="anchor1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2"/>
                          </dgm:alg>
                        </dgm:if>
                        <dgm:else name="Name4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2"/>
                            <dgm:param type="dstNode" val="anchor2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3"/>
                                <dgm:param type="endSty" val="noArr"/>
                                <dgm:param type="dstNode" val="anchor2"/>
                              </dgm:alg>
                            </dgm:if>
                            <dgm:else name="Name68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3"/>
                                <dgm:param type="dstNode" val="anchor2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3"/>
                          </dgm:alg>
                        </dgm:if>
                        <dgm:else name="Name82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3"/>
                            <dgm:param type="dstNode" val="anchor3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4"/>
                                <dgm:param type="endSty" val="noArr"/>
                                <dgm:param type="dstNode" val="anchor3"/>
                              </dgm:alg>
                            </dgm:if>
                            <dgm:else name="Name102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4"/>
                                <dgm:param type="dstNode" val="anchor3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4"/>
                          </dgm:alg>
                        </dgm:if>
                        <dgm:else name="Name116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4"/>
                            <dgm:param type="dstNode" val="anchor4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5"/>
                                <dgm:param type="endSty" val="noArr"/>
                                <dgm:param type="dstNode" val="anchor4"/>
                              </dgm:alg>
                            </dgm:if>
                            <dgm:else name="Name136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5"/>
                                <dgm:param type="dstNode" val="anchor4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5"/>
                          </dgm:alg>
                        </dgm:if>
                        <dgm:else name="Name150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5"/>
                            <dgm:param type="dstNode" val="anchor5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6"/>
                                <dgm:param type="endSty" val="noArr"/>
                                <dgm:param type="dstNode" val="anchor5"/>
                              </dgm:alg>
                            </dgm:if>
                            <dgm:else name="Name170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6"/>
                                <dgm:param type="dstNode" val="anchor5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6"/>
                          </dgm:alg>
                        </dgm:if>
                        <dgm:else name="Name18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6"/>
                            <dgm:param type="dstNode" val="anchor6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7"/>
                                <dgm:param type="endSty" val="noArr"/>
                                <dgm:param type="dstNode" val="anchor6"/>
                              </dgm:alg>
                            </dgm:if>
                            <dgm:else name="Name20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7"/>
                                <dgm:param type="dstNode" val="anchor6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7"/>
                          </dgm:alg>
                        </dgm:if>
                        <dgm:else name="Name21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7"/>
                            <dgm:param type="dstNode" val="anchor7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8201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71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686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49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20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119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9156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571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786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740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123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566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5111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901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70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772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73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D9E1B73-C28D-4022-B1E0-4B76768B7BF3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8CD7024-B01B-4AB5-8E4F-E7A06F48C6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9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15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E236-48A4-B5CB-5E9A-BCC82B28D8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6570"/>
            <a:ext cx="9144000" cy="3275467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br>
              <a:rPr lang="en-GB" dirty="0"/>
            </a:b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Customer Loyalty Analysis: Drivers and Customer Segmentation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4C455-6841-5F24-75C6-B1BA7B5ED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32505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By </a:t>
            </a:r>
          </a:p>
          <a:p>
            <a:r>
              <a:rPr lang="en-GB" dirty="0"/>
              <a:t>Lakmali Amarawardana</a:t>
            </a:r>
          </a:p>
        </p:txBody>
      </p:sp>
    </p:spTree>
    <p:extLst>
      <p:ext uri="{BB962C8B-B14F-4D97-AF65-F5344CB8AC3E}">
        <p14:creationId xmlns:p14="http://schemas.microsoft.com/office/powerpoint/2010/main" val="3723968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D0D32B2-A198-F21D-2E4C-D35503F1C0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9314334"/>
              </p:ext>
            </p:extLst>
          </p:nvPr>
        </p:nvGraphicFramePr>
        <p:xfrm>
          <a:off x="1719943" y="772887"/>
          <a:ext cx="10134600" cy="47026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29794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7D2D827-1687-F6C0-8AE7-714BF767A1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3374720"/>
              </p:ext>
            </p:extLst>
          </p:nvPr>
        </p:nvGraphicFramePr>
        <p:xfrm>
          <a:off x="2351314" y="381000"/>
          <a:ext cx="8686800" cy="556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660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F665-57A1-FDF9-2891-4D2CB198D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229" y="114300"/>
            <a:ext cx="9304109" cy="1594757"/>
          </a:xfrm>
        </p:spPr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Correlations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CC1F48-BC46-AE17-6672-CB766D29E9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7169041"/>
              </p:ext>
            </p:extLst>
          </p:nvPr>
        </p:nvGraphicFramePr>
        <p:xfrm>
          <a:off x="1712910" y="18668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6710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6BF14-2D9D-89E9-AEE7-361025CE4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 Multiple Linear Regression</a:t>
            </a:r>
            <a:br>
              <a:rPr lang="en-GB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A808AF-D637-E44A-075E-25C978FD5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213" y="1960943"/>
            <a:ext cx="6369799" cy="458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368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35CD-3001-0D0F-ECC5-ED4DEA7E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479" y="421396"/>
            <a:ext cx="10018713" cy="1143000"/>
          </a:xfrm>
        </p:spPr>
        <p:txBody>
          <a:bodyPr>
            <a:normAutofit fontScale="90000"/>
          </a:bodyPr>
          <a:lstStyle/>
          <a:p>
            <a:br>
              <a:rPr lang="en-GB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 Multiple Linear Regression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92ABCF6-CFBA-B06D-3C1F-191505C6CA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3402014"/>
              </p:ext>
            </p:extLst>
          </p:nvPr>
        </p:nvGraphicFramePr>
        <p:xfrm>
          <a:off x="1619479" y="1674564"/>
          <a:ext cx="10377889" cy="4605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339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3ABC-65BB-EADB-B146-378A23C64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19101"/>
            <a:ext cx="10018713" cy="1752599"/>
          </a:xfrm>
        </p:spPr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Regression Diagnostics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B86FA4-B080-4221-4E85-0879B887D7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4196689"/>
              </p:ext>
            </p:extLst>
          </p:nvPr>
        </p:nvGraphicFramePr>
        <p:xfrm>
          <a:off x="1484311" y="2438399"/>
          <a:ext cx="10018712" cy="312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9984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27595-378C-528C-277D-CCB9D6510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🌳</a:t>
            </a: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Decision Tree Model</a:t>
            </a:r>
            <a:br>
              <a:rPr lang="en-GB" dirty="0">
                <a:solidFill>
                  <a:schemeClr val="accent6">
                    <a:lumMod val="75000"/>
                  </a:schemeClr>
                </a:solidFill>
              </a:rPr>
            </a:b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43D161-48B3-3289-410C-0F25BB04BB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807348"/>
              </p:ext>
            </p:extLst>
          </p:nvPr>
        </p:nvGraphicFramePr>
        <p:xfrm>
          <a:off x="2225408" y="2291510"/>
          <a:ext cx="9661792" cy="2831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5558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7F44-268B-0205-D36E-5E2FDEA5F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128" y="2434268"/>
            <a:ext cx="4732872" cy="1421636"/>
          </a:xfrm>
        </p:spPr>
        <p:txBody>
          <a:bodyPr>
            <a:normAutofit/>
          </a:bodyPr>
          <a:lstStyle/>
          <a:p>
            <a:r>
              <a:rPr lang="en-GB" sz="3600" b="1" dirty="0"/>
              <a:t> </a:t>
            </a:r>
            <a:r>
              <a:rPr lang="en-GB" sz="3600" b="1" dirty="0">
                <a:solidFill>
                  <a:schemeClr val="accent6">
                    <a:lumMod val="75000"/>
                  </a:schemeClr>
                </a:solidFill>
              </a:rPr>
              <a:t>Key Business Insight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5DDFE66-6F2B-E581-5806-2BDE1D007A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5658198"/>
              </p:ext>
            </p:extLst>
          </p:nvPr>
        </p:nvGraphicFramePr>
        <p:xfrm>
          <a:off x="5860973" y="840036"/>
          <a:ext cx="5642052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1864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2AB0-885B-04AA-0E86-0E8199942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239" y="228600"/>
            <a:ext cx="5426158" cy="1371600"/>
          </a:xfrm>
        </p:spPr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Clustering (K-Means)</a:t>
            </a:r>
            <a:br>
              <a:rPr lang="en-GB" b="1" dirty="0">
                <a:solidFill>
                  <a:schemeClr val="accent6">
                    <a:lumMod val="75000"/>
                  </a:schemeClr>
                </a:solidFill>
              </a:rPr>
            </a:br>
            <a:endParaRPr lang="en-GB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6C0437E3-F5D6-9BC2-DAFD-2622758EBA8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4833" r="14833"/>
          <a:stretch/>
        </p:blipFill>
        <p:spPr>
          <a:xfrm>
            <a:off x="7715393" y="829355"/>
            <a:ext cx="4072655" cy="5675199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rgbClr val="CDD0D1"/>
                </a:gs>
                <a:gs pos="100000">
                  <a:srgbClr val="CDD0D1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9E021-4D12-73E9-61CA-DB75820AB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82725" y="1432192"/>
            <a:ext cx="5426158" cy="4770303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GB" sz="3800" b="1" dirty="0"/>
              <a:t>k=7 provides better granularity than k=5 </a:t>
            </a:r>
          </a:p>
          <a:p>
            <a:pPr lvl="0"/>
            <a:r>
              <a:rPr lang="en-GB" sz="3800" b="1" dirty="0"/>
              <a:t>Identifies niche behavioural groups </a:t>
            </a:r>
          </a:p>
          <a:p>
            <a:pPr algn="l"/>
            <a:r>
              <a:rPr lang="en-GB" sz="3800" b="1" dirty="0"/>
              <a:t>Example clusters: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GB" sz="3800" b="1" dirty="0"/>
              <a:t>VIP customers 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GB" sz="3800" b="1" dirty="0"/>
              <a:t>Low value users 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GB" sz="3800" b="1" dirty="0"/>
              <a:t>Impulsive low - income Spenders </a:t>
            </a:r>
          </a:p>
          <a:p>
            <a:pPr marL="571500" lvl="0" indent="-571500" algn="l">
              <a:buFont typeface="Arial" panose="020B0604020202020204" pitchFamily="34" charset="0"/>
              <a:buChar char="•"/>
            </a:pPr>
            <a:r>
              <a:rPr lang="en-GB" sz="3800" b="1" dirty="0"/>
              <a:t>Wealthy but low engagement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587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E7B3D-5A53-C393-9515-D4042FE4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994" y="1079653"/>
            <a:ext cx="3787153" cy="1388125"/>
          </a:xfrm>
        </p:spPr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Cluster Behaviour Insight</a:t>
            </a:r>
            <a:br>
              <a:rPr lang="en-GB" dirty="0"/>
            </a:b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1EE4E32-C8B8-ABE3-9D88-6366121A7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200838"/>
            <a:ext cx="5976161" cy="48842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8876E-5CEB-0306-9C06-59F1A341C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55076" y="2467778"/>
            <a:ext cx="4560982" cy="3617260"/>
          </a:xfrm>
        </p:spPr>
        <p:txBody>
          <a:bodyPr>
            <a:normAutofit/>
          </a:bodyPr>
          <a:lstStyle/>
          <a:p>
            <a:r>
              <a:rPr lang="en-GB" sz="2400" dirty="0"/>
              <a:t>Even with similar income (12–13 range):</a:t>
            </a:r>
          </a:p>
          <a:p>
            <a:pPr lvl="0"/>
            <a:r>
              <a:rPr lang="en-GB" sz="2400" dirty="0"/>
              <a:t>Cluster 4 - Low engagement users </a:t>
            </a:r>
          </a:p>
          <a:p>
            <a:pPr lvl="0"/>
            <a:r>
              <a:rPr lang="en-GB" sz="2400" dirty="0"/>
              <a:t>Cluster 6 - High engagement users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2939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DEEAE-0027-34F0-FB6E-D0986B1C3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Final customer segments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DB0557C-44A2-1131-D8FD-5633551F40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570857"/>
              </p:ext>
            </p:extLst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7432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02E2-587F-D394-8771-2B11335F1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33261"/>
            <a:ext cx="10018713" cy="1220118"/>
          </a:xfrm>
        </p:spPr>
        <p:txBody>
          <a:bodyPr>
            <a:normAutofit fontScale="90000"/>
          </a:bodyPr>
          <a:lstStyle/>
          <a:p>
            <a:br>
              <a:rPr lang="en-GB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Conclusion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01852D-C753-AD7F-66A9-CE2895709A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643217"/>
              </p:ext>
            </p:extLst>
          </p:nvPr>
        </p:nvGraphicFramePr>
        <p:xfrm>
          <a:off x="1484311" y="1898573"/>
          <a:ext cx="10171533" cy="4009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1869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33603-0331-C879-33CF-63DD285DE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227" y="432413"/>
            <a:ext cx="10018713" cy="1463406"/>
          </a:xfrm>
        </p:spPr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Message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FAABC3-E543-163D-F967-2FF203E5C1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189146"/>
              </p:ext>
            </p:extLst>
          </p:nvPr>
        </p:nvGraphicFramePr>
        <p:xfrm>
          <a:off x="834315" y="2149206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0242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DF28B-83F8-1B64-62D9-8B9F73603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242152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Recommendations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674544-6A58-CCFB-D35B-B9BCE804A4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9502894"/>
              </p:ext>
            </p:extLst>
          </p:nvPr>
        </p:nvGraphicFramePr>
        <p:xfrm>
          <a:off x="1484310" y="1927953"/>
          <a:ext cx="10369839" cy="38632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0355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0B2B7-3850-2EDF-0845-F8D51D47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094" y="1222872"/>
            <a:ext cx="10585021" cy="440674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A mini story!</a:t>
            </a:r>
            <a:br>
              <a:rPr lang="en-GB" b="1" dirty="0">
                <a:solidFill>
                  <a:schemeClr val="accent6">
                    <a:lumMod val="75000"/>
                  </a:schemeClr>
                </a:solidFill>
              </a:rPr>
            </a:br>
            <a:br>
              <a:rPr lang="en-GB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b="1" i="1" dirty="0">
                <a:solidFill>
                  <a:schemeClr val="accent6">
                    <a:lumMod val="75000"/>
                  </a:schemeClr>
                </a:solidFill>
              </a:rPr>
              <a:t>Hard Cluster Boundaries</a:t>
            </a:r>
            <a:br>
              <a:rPr lang="en-GB" b="1" dirty="0"/>
            </a:br>
            <a:endParaRPr lang="en-GB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399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5298C-4152-674F-72E3-F60BBDBB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Customer Segments are Not Always </a:t>
            </a:r>
            <a:br>
              <a:rPr lang="en-GB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Clear-Cut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244115B-2F95-0206-AEC2-B7943C9906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6253619"/>
              </p:ext>
            </p:extLst>
          </p:nvPr>
        </p:nvGraphicFramePr>
        <p:xfrm>
          <a:off x="1270188" y="2236424"/>
          <a:ext cx="10446957" cy="3521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0418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9A188-A6F3-9EA4-5F4C-61D8967CC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15" y="1093424"/>
            <a:ext cx="3549121" cy="1371600"/>
          </a:xfrm>
        </p:spPr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Borderline Customers: Segment Uncertainty</a:t>
            </a:r>
            <a:br>
              <a:rPr lang="en-GB" b="1" dirty="0">
                <a:solidFill>
                  <a:schemeClr val="accent6">
                    <a:lumMod val="75000"/>
                  </a:schemeClr>
                </a:solidFill>
              </a:rPr>
            </a:b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07D0B9A-6A46-F60F-B6DF-6DDCDB8EA7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3924365"/>
              </p:ext>
            </p:extLst>
          </p:nvPr>
        </p:nvGraphicFramePr>
        <p:xfrm>
          <a:off x="1252958" y="2791400"/>
          <a:ext cx="4611688" cy="2189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12323F-0B52-16E3-5674-30D2257D7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6220470" y="1984887"/>
            <a:ext cx="5971530" cy="404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910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DC66-FC0A-E4F6-F4DE-FEA59E583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chemeClr val="accent6">
                    <a:lumMod val="75000"/>
                  </a:schemeClr>
                </a:solidFill>
              </a:rPr>
              <a:t>Treat as a monitoring group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3B7CA8-2F60-D4DF-9F94-92BAB576B3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2005151"/>
              </p:ext>
            </p:extLst>
          </p:nvPr>
        </p:nvGraphicFramePr>
        <p:xfrm>
          <a:off x="2013453" y="1761892"/>
          <a:ext cx="9578898" cy="4728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98735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455</TotalTime>
  <Words>500</Words>
  <Application>Microsoft Office PowerPoint</Application>
  <PresentationFormat>Widescreen</PresentationFormat>
  <Paragraphs>116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Corbel</vt:lpstr>
      <vt:lpstr>Courier New</vt:lpstr>
      <vt:lpstr>Symbol</vt:lpstr>
      <vt:lpstr>Parallax</vt:lpstr>
      <vt:lpstr>  Customer Loyalty Analysis: Drivers and Customer Segmentation </vt:lpstr>
      <vt:lpstr>PowerPoint Presentation</vt:lpstr>
      <vt:lpstr>PowerPoint Presentation</vt:lpstr>
      <vt:lpstr>Correlations</vt:lpstr>
      <vt:lpstr> Multiple Linear Regression </vt:lpstr>
      <vt:lpstr>  Multiple Linear Regression </vt:lpstr>
      <vt:lpstr>Regression Diagnostics </vt:lpstr>
      <vt:lpstr>🌳Decision Tree Model </vt:lpstr>
      <vt:lpstr> Key Business Insight </vt:lpstr>
      <vt:lpstr>Clustering (K-Means) </vt:lpstr>
      <vt:lpstr>Cluster Behaviour Insight </vt:lpstr>
      <vt:lpstr>Final customer segments </vt:lpstr>
      <vt:lpstr> Conclusion </vt:lpstr>
      <vt:lpstr>Message </vt:lpstr>
      <vt:lpstr>Recommendations </vt:lpstr>
      <vt:lpstr>A mini story!  Hard Cluster Boundaries </vt:lpstr>
      <vt:lpstr>Customer Segments are Not Always  Clear-Cut</vt:lpstr>
      <vt:lpstr>Borderline Customers: Segment Uncertainty </vt:lpstr>
      <vt:lpstr>Treat as a monitoring group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Lakmali Amarawardana</dc:creator>
  <cp:lastModifiedBy>Lakmali Amarawardana</cp:lastModifiedBy>
  <cp:revision>9</cp:revision>
  <dcterms:created xsi:type="dcterms:W3CDTF">2026-04-22T16:37:57Z</dcterms:created>
  <dcterms:modified xsi:type="dcterms:W3CDTF">2026-04-23T18:15:26Z</dcterms:modified>
</cp:coreProperties>
</file>